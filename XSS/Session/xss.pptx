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73" r:id="rId2"/>
    <p:sldId id="279" r:id="rId3"/>
    <p:sldId id="347" r:id="rId4"/>
    <p:sldId id="277" r:id="rId5"/>
    <p:sldId id="280" r:id="rId6"/>
    <p:sldId id="281" r:id="rId7"/>
    <p:sldId id="282" r:id="rId8"/>
    <p:sldId id="284" r:id="rId9"/>
    <p:sldId id="283" r:id="rId10"/>
    <p:sldId id="285" r:id="rId11"/>
    <p:sldId id="287" r:id="rId12"/>
    <p:sldId id="288" r:id="rId13"/>
    <p:sldId id="289" r:id="rId14"/>
    <p:sldId id="290" r:id="rId15"/>
    <p:sldId id="292" r:id="rId16"/>
    <p:sldId id="293" r:id="rId17"/>
    <p:sldId id="295" r:id="rId18"/>
    <p:sldId id="296" r:id="rId19"/>
    <p:sldId id="297" r:id="rId20"/>
    <p:sldId id="298" r:id="rId21"/>
    <p:sldId id="301" r:id="rId22"/>
    <p:sldId id="302" r:id="rId23"/>
    <p:sldId id="300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6" r:id="rId37"/>
    <p:sldId id="315" r:id="rId38"/>
    <p:sldId id="317" r:id="rId39"/>
    <p:sldId id="318" r:id="rId40"/>
    <p:sldId id="34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7C0D13-D2DB-4A59-8C8E-0A4CB4202378}">
          <p14:sldIdLst>
            <p14:sldId id="273"/>
            <p14:sldId id="279"/>
          </p14:sldIdLst>
        </p14:section>
        <p14:section name="Summary Section" id="{904D8F9C-2E3A-47D1-B826-FA1C6D1179E2}">
          <p14:sldIdLst>
            <p14:sldId id="347"/>
          </p14:sldIdLst>
        </p14:section>
        <p14:section name="Introduction" id="{CFB0D297-6155-43DD-B426-B812A7014DF9}">
          <p14:sldIdLst>
            <p14:sldId id="277"/>
            <p14:sldId id="280"/>
            <p14:sldId id="281"/>
            <p14:sldId id="282"/>
            <p14:sldId id="284"/>
          </p14:sldIdLst>
        </p14:section>
        <p14:section name="Reflected XSS" id="{CFCEBDFD-FFC7-4923-84F3-6C42343A9FDC}">
          <p14:sldIdLst>
            <p14:sldId id="283"/>
            <p14:sldId id="285"/>
            <p14:sldId id="287"/>
            <p14:sldId id="288"/>
            <p14:sldId id="289"/>
          </p14:sldIdLst>
        </p14:section>
        <p14:section name="Stored XSS" id="{95E90732-BB7B-44D1-8AD5-E678934F8A21}">
          <p14:sldIdLst>
            <p14:sldId id="290"/>
            <p14:sldId id="292"/>
            <p14:sldId id="293"/>
            <p14:sldId id="295"/>
          </p14:sldIdLst>
        </p14:section>
        <p14:section name="DOM XSS" id="{82D97319-A616-4423-9E7B-83BFFC3BFD05}">
          <p14:sldIdLst>
            <p14:sldId id="296"/>
            <p14:sldId id="297"/>
            <p14:sldId id="298"/>
            <p14:sldId id="301"/>
            <p14:sldId id="302"/>
            <p14:sldId id="300"/>
            <p14:sldId id="303"/>
            <p14:sldId id="304"/>
            <p14:sldId id="305"/>
            <p14:sldId id="306"/>
          </p14:sldIdLst>
        </p14:section>
        <p14:section name="Blind XSS" id="{22F3635D-C98D-4B87-9D45-A0C98E6FB8EE}">
          <p14:sldIdLst>
            <p14:sldId id="307"/>
            <p14:sldId id="308"/>
            <p14:sldId id="309"/>
            <p14:sldId id="310"/>
          </p14:sldIdLst>
        </p14:section>
        <p14:section name="Mitigation" id="{54F89F33-D273-401B-A458-84AA97397DC5}">
          <p14:sldIdLst>
            <p14:sldId id="311"/>
            <p14:sldId id="312"/>
            <p14:sldId id="313"/>
            <p14:sldId id="314"/>
            <p14:sldId id="316"/>
            <p14:sldId id="315"/>
            <p14:sldId id="317"/>
            <p14:sldId id="318"/>
            <p14:sldId id="34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467"/>
    <a:srgbClr val="569CD6"/>
    <a:srgbClr val="DCDCAA"/>
    <a:srgbClr val="A58275"/>
    <a:srgbClr val="E1435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7" autoAdjust="0"/>
    <p:restoredTop sz="94189" autoAdjust="0"/>
  </p:normalViewPr>
  <p:slideViewPr>
    <p:cSldViewPr snapToGrid="0">
      <p:cViewPr varScale="1">
        <p:scale>
          <a:sx n="103" d="100"/>
          <a:sy n="103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9898C3-9F8E-4202-8FC1-751955FAEBDF}" type="doc">
      <dgm:prSet loTypeId="urn:microsoft.com/office/officeart/2005/8/layout/hierarchy6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B56B4A9-F092-4763-96D9-6029DEA62BD0}">
      <dgm:prSet phldrT="[Text]" phldr="0" custT="1"/>
      <dgm:spPr/>
      <dgm:t>
        <a:bodyPr/>
        <a:lstStyle/>
        <a:p>
          <a:r>
            <a:rPr lang="en-US" sz="1200" dirty="0">
              <a:latin typeface="Cascadia Code" panose="020B0609020000020004" pitchFamily="49" charset="0"/>
              <a:cs typeface="Cascadia Code" panose="020B0609020000020004" pitchFamily="49" charset="0"/>
            </a:rPr>
            <a:t>&lt;html&gt;</a:t>
          </a:r>
        </a:p>
      </dgm:t>
    </dgm:pt>
    <dgm:pt modelId="{44396ABA-3BF4-4B1E-A71F-805CA1502C21}" type="parTrans" cxnId="{8043A9FF-266D-4B11-AFBD-8B4F64962E3A}">
      <dgm:prSet/>
      <dgm:spPr/>
      <dgm:t>
        <a:bodyPr/>
        <a:lstStyle/>
        <a:p>
          <a:endParaRPr lang="en-US"/>
        </a:p>
      </dgm:t>
    </dgm:pt>
    <dgm:pt modelId="{614F8289-18D2-4FDA-ACBB-4CFDC9ED83B8}" type="sibTrans" cxnId="{8043A9FF-266D-4B11-AFBD-8B4F64962E3A}">
      <dgm:prSet/>
      <dgm:spPr/>
      <dgm:t>
        <a:bodyPr/>
        <a:lstStyle/>
        <a:p>
          <a:endParaRPr lang="en-US"/>
        </a:p>
      </dgm:t>
    </dgm:pt>
    <dgm:pt modelId="{1F502319-E2CC-4F63-9BDD-0161EC5A5DE6}">
      <dgm:prSet phldrT="[Text]" phldr="0" custT="1"/>
      <dgm:spPr/>
      <dgm:t>
        <a:bodyPr/>
        <a:lstStyle/>
        <a:p>
          <a:r>
            <a:rPr lang="en-US" sz="1200" dirty="0">
              <a:latin typeface="Cascadia Code" panose="020B0609020000020004" pitchFamily="49" charset="0"/>
              <a:cs typeface="Cascadia Code" panose="020B0609020000020004" pitchFamily="49" charset="0"/>
            </a:rPr>
            <a:t>&lt;body&gt;</a:t>
          </a:r>
        </a:p>
      </dgm:t>
    </dgm:pt>
    <dgm:pt modelId="{D93129D0-76AD-4089-834D-DF977FDED368}" type="parTrans" cxnId="{3F7A281E-BD71-4569-B134-454EDEFAB071}">
      <dgm:prSet/>
      <dgm:spPr/>
      <dgm:t>
        <a:bodyPr/>
        <a:lstStyle/>
        <a:p>
          <a:endParaRPr lang="en-US"/>
        </a:p>
      </dgm:t>
    </dgm:pt>
    <dgm:pt modelId="{480160FD-E64E-4ACB-89B0-6863202642C5}" type="sibTrans" cxnId="{3F7A281E-BD71-4569-B134-454EDEFAB071}">
      <dgm:prSet/>
      <dgm:spPr/>
      <dgm:t>
        <a:bodyPr/>
        <a:lstStyle/>
        <a:p>
          <a:endParaRPr lang="en-US"/>
        </a:p>
      </dgm:t>
    </dgm:pt>
    <dgm:pt modelId="{21DD8887-0E69-4F3B-806F-A8A17EA93A21}">
      <dgm:prSet phldrT="[Text]" phldr="0" custT="1"/>
      <dgm:spPr/>
      <dgm:t>
        <a:bodyPr/>
        <a:lstStyle/>
        <a:p>
          <a:r>
            <a:rPr lang="en-US" sz="1200" dirty="0">
              <a:latin typeface="Cascadia Code" panose="020B0609020000020004" pitchFamily="49" charset="0"/>
              <a:cs typeface="Cascadia Code" panose="020B0609020000020004" pitchFamily="49" charset="0"/>
            </a:rPr>
            <a:t>&lt;h1&gt;</a:t>
          </a:r>
        </a:p>
      </dgm:t>
    </dgm:pt>
    <dgm:pt modelId="{1CE59F93-9488-4084-A89A-E8CB66E491DB}" type="parTrans" cxnId="{9ADB8587-6046-4479-BBBA-956D559E07AD}">
      <dgm:prSet/>
      <dgm:spPr/>
      <dgm:t>
        <a:bodyPr/>
        <a:lstStyle/>
        <a:p>
          <a:endParaRPr lang="en-US"/>
        </a:p>
      </dgm:t>
    </dgm:pt>
    <dgm:pt modelId="{FF1DD8E9-C58E-4F26-A964-D3282E7D7A84}" type="sibTrans" cxnId="{9ADB8587-6046-4479-BBBA-956D559E07AD}">
      <dgm:prSet/>
      <dgm:spPr/>
      <dgm:t>
        <a:bodyPr/>
        <a:lstStyle/>
        <a:p>
          <a:endParaRPr lang="en-US"/>
        </a:p>
      </dgm:t>
    </dgm:pt>
    <dgm:pt modelId="{99EF7159-1E24-4CE7-B5CD-71D49A0E30BD}">
      <dgm:prSet phldrT="[Text]" phldr="0" custT="1"/>
      <dgm:spPr/>
      <dgm:t>
        <a:bodyPr/>
        <a:lstStyle/>
        <a:p>
          <a:r>
            <a:rPr lang="en-US" sz="1000" dirty="0">
              <a:latin typeface="Cascadia Code" panose="020B0609020000020004" pitchFamily="49" charset="0"/>
              <a:cs typeface="Cascadia Code" panose="020B0609020000020004" pitchFamily="49" charset="0"/>
            </a:rPr>
            <a:t>“Hello, World”</a:t>
          </a:r>
        </a:p>
      </dgm:t>
    </dgm:pt>
    <dgm:pt modelId="{303D6219-4496-4570-85B5-45FA1F479FCA}" type="parTrans" cxnId="{93F9CB91-83FC-45AC-B8B6-13B620254F1E}">
      <dgm:prSet/>
      <dgm:spPr/>
      <dgm:t>
        <a:bodyPr/>
        <a:lstStyle/>
        <a:p>
          <a:endParaRPr lang="en-US"/>
        </a:p>
      </dgm:t>
    </dgm:pt>
    <dgm:pt modelId="{FEB757C9-2C77-4C64-B614-A10F4691268E}" type="sibTrans" cxnId="{93F9CB91-83FC-45AC-B8B6-13B620254F1E}">
      <dgm:prSet/>
      <dgm:spPr/>
      <dgm:t>
        <a:bodyPr/>
        <a:lstStyle/>
        <a:p>
          <a:endParaRPr lang="en-US"/>
        </a:p>
      </dgm:t>
    </dgm:pt>
    <dgm:pt modelId="{E2716592-0ED3-4E72-A0D7-40DF17C7B889}">
      <dgm:prSet phldrT="[Text]" phldr="0" custT="1"/>
      <dgm:spPr/>
      <dgm:t>
        <a:bodyPr/>
        <a:lstStyle/>
        <a:p>
          <a:r>
            <a:rPr lang="en-US" sz="1200" dirty="0">
              <a:latin typeface="Cascadia Code" panose="020B0609020000020004" pitchFamily="49" charset="0"/>
              <a:cs typeface="Cascadia Code" panose="020B0609020000020004" pitchFamily="49" charset="0"/>
            </a:rPr>
            <a:t>&lt;head&gt;</a:t>
          </a:r>
        </a:p>
      </dgm:t>
    </dgm:pt>
    <dgm:pt modelId="{4D061857-323C-455F-A01C-55C8707932B8}" type="parTrans" cxnId="{51F6A86A-F859-4790-8460-1A5BD83D4D28}">
      <dgm:prSet/>
      <dgm:spPr/>
      <dgm:t>
        <a:bodyPr/>
        <a:lstStyle/>
        <a:p>
          <a:endParaRPr lang="en-US"/>
        </a:p>
      </dgm:t>
    </dgm:pt>
    <dgm:pt modelId="{4E6618CD-DF99-4CAC-8CBA-EAB2497D15E8}" type="sibTrans" cxnId="{51F6A86A-F859-4790-8460-1A5BD83D4D28}">
      <dgm:prSet/>
      <dgm:spPr/>
      <dgm:t>
        <a:bodyPr/>
        <a:lstStyle/>
        <a:p>
          <a:endParaRPr lang="en-US"/>
        </a:p>
      </dgm:t>
    </dgm:pt>
    <dgm:pt modelId="{3AB7C704-0208-4F6A-B5C5-332FFA98E1DF}">
      <dgm:prSet phldrT="[Text]" phldr="0" custT="1"/>
      <dgm:spPr/>
      <dgm:t>
        <a:bodyPr/>
        <a:lstStyle/>
        <a:p>
          <a:r>
            <a:rPr lang="en-US" sz="1200" dirty="0">
              <a:latin typeface="Cascadia Code" panose="020B0609020000020004" pitchFamily="49" charset="0"/>
              <a:cs typeface="Cascadia Code" panose="020B0609020000020004" pitchFamily="49" charset="0"/>
            </a:rPr>
            <a:t>&lt;title&gt;</a:t>
          </a:r>
        </a:p>
      </dgm:t>
    </dgm:pt>
    <dgm:pt modelId="{D9CB95E5-5385-479B-B8CE-C2CC21C02027}" type="parTrans" cxnId="{904697C3-B54E-49E7-AC8C-45457549C1E4}">
      <dgm:prSet/>
      <dgm:spPr/>
      <dgm:t>
        <a:bodyPr/>
        <a:lstStyle/>
        <a:p>
          <a:endParaRPr lang="en-US"/>
        </a:p>
      </dgm:t>
    </dgm:pt>
    <dgm:pt modelId="{AE6FAFF2-A3C8-4DFB-B5A4-0278A62B575E}" type="sibTrans" cxnId="{904697C3-B54E-49E7-AC8C-45457549C1E4}">
      <dgm:prSet/>
      <dgm:spPr/>
      <dgm:t>
        <a:bodyPr/>
        <a:lstStyle/>
        <a:p>
          <a:endParaRPr lang="en-US"/>
        </a:p>
      </dgm:t>
    </dgm:pt>
    <dgm:pt modelId="{3B65BA91-AB83-45FF-9EAE-B942B1D00DA0}">
      <dgm:prSet phldrT="[Text]" phldr="0" custT="1"/>
      <dgm:spPr/>
      <dgm:t>
        <a:bodyPr/>
        <a:lstStyle/>
        <a:p>
          <a:r>
            <a:rPr lang="en-US" sz="900" dirty="0">
              <a:latin typeface="Cascadia Code" panose="020B0609020000020004" pitchFamily="49" charset="0"/>
              <a:cs typeface="Cascadia Code" panose="020B0609020000020004" pitchFamily="49" charset="0"/>
            </a:rPr>
            <a:t>“Document”</a:t>
          </a:r>
        </a:p>
      </dgm:t>
    </dgm:pt>
    <dgm:pt modelId="{97730D93-EC13-4226-B988-6D6EDE0B12CB}" type="parTrans" cxnId="{A22F7C6B-3EDD-478C-A3EF-65A1A9A053C7}">
      <dgm:prSet/>
      <dgm:spPr/>
      <dgm:t>
        <a:bodyPr/>
        <a:lstStyle/>
        <a:p>
          <a:endParaRPr lang="en-US"/>
        </a:p>
      </dgm:t>
    </dgm:pt>
    <dgm:pt modelId="{8FCDB2C2-8A78-4F1C-B8AB-67FEEFB99E2A}" type="sibTrans" cxnId="{A22F7C6B-3EDD-478C-A3EF-65A1A9A053C7}">
      <dgm:prSet/>
      <dgm:spPr/>
      <dgm:t>
        <a:bodyPr/>
        <a:lstStyle/>
        <a:p>
          <a:endParaRPr lang="en-US"/>
        </a:p>
      </dgm:t>
    </dgm:pt>
    <dgm:pt modelId="{BDEBA09C-F7AE-4A99-97B3-4B358264216C}" type="pres">
      <dgm:prSet presAssocID="{A79898C3-9F8E-4202-8FC1-751955FAEBD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E80B745-1805-4BE8-9E68-B8679F2EE882}" type="pres">
      <dgm:prSet presAssocID="{A79898C3-9F8E-4202-8FC1-751955FAEBDF}" presName="hierFlow" presStyleCnt="0"/>
      <dgm:spPr/>
    </dgm:pt>
    <dgm:pt modelId="{D3A21FB5-2625-4770-8C1C-2C245A1B2E8C}" type="pres">
      <dgm:prSet presAssocID="{A79898C3-9F8E-4202-8FC1-751955FAEBD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F59505B-25CF-4773-862F-F7C4AA4A8AAB}" type="pres">
      <dgm:prSet presAssocID="{EB56B4A9-F092-4763-96D9-6029DEA62BD0}" presName="Name14" presStyleCnt="0"/>
      <dgm:spPr/>
    </dgm:pt>
    <dgm:pt modelId="{FADAEFF1-452A-4D4D-B1BB-4598DDA958FC}" type="pres">
      <dgm:prSet presAssocID="{EB56B4A9-F092-4763-96D9-6029DEA62BD0}" presName="level1Shape" presStyleLbl="node0" presStyleIdx="0" presStyleCnt="1">
        <dgm:presLayoutVars>
          <dgm:chPref val="3"/>
        </dgm:presLayoutVars>
      </dgm:prSet>
      <dgm:spPr/>
    </dgm:pt>
    <dgm:pt modelId="{EB8363F6-B359-47FE-B7C8-D4BB7C986AD8}" type="pres">
      <dgm:prSet presAssocID="{EB56B4A9-F092-4763-96D9-6029DEA62BD0}" presName="hierChild2" presStyleCnt="0"/>
      <dgm:spPr/>
    </dgm:pt>
    <dgm:pt modelId="{356107EB-5D8A-446F-8660-309CEBD50A36}" type="pres">
      <dgm:prSet presAssocID="{4D061857-323C-455F-A01C-55C8707932B8}" presName="Name19" presStyleLbl="parChTrans1D2" presStyleIdx="0" presStyleCnt="2"/>
      <dgm:spPr/>
    </dgm:pt>
    <dgm:pt modelId="{C5C1E1B2-C164-41E7-BBE4-545D3F6C618A}" type="pres">
      <dgm:prSet presAssocID="{E2716592-0ED3-4E72-A0D7-40DF17C7B889}" presName="Name21" presStyleCnt="0"/>
      <dgm:spPr/>
    </dgm:pt>
    <dgm:pt modelId="{8870FDFE-10F0-4162-A6D3-CF8338A43755}" type="pres">
      <dgm:prSet presAssocID="{E2716592-0ED3-4E72-A0D7-40DF17C7B889}" presName="level2Shape" presStyleLbl="node2" presStyleIdx="0" presStyleCnt="2"/>
      <dgm:spPr/>
    </dgm:pt>
    <dgm:pt modelId="{07E0A03D-8CE4-45F9-AD02-744EC4F802A4}" type="pres">
      <dgm:prSet presAssocID="{E2716592-0ED3-4E72-A0D7-40DF17C7B889}" presName="hierChild3" presStyleCnt="0"/>
      <dgm:spPr/>
    </dgm:pt>
    <dgm:pt modelId="{4D33F341-44EC-4C24-A788-FE3C6CB8E149}" type="pres">
      <dgm:prSet presAssocID="{D9CB95E5-5385-479B-B8CE-C2CC21C02027}" presName="Name19" presStyleLbl="parChTrans1D3" presStyleIdx="0" presStyleCnt="2"/>
      <dgm:spPr/>
    </dgm:pt>
    <dgm:pt modelId="{FE42D867-D1ED-4535-BBB8-5D403133FC4B}" type="pres">
      <dgm:prSet presAssocID="{3AB7C704-0208-4F6A-B5C5-332FFA98E1DF}" presName="Name21" presStyleCnt="0"/>
      <dgm:spPr/>
    </dgm:pt>
    <dgm:pt modelId="{9D152C34-101E-45DA-B0C9-481CDC22A9D6}" type="pres">
      <dgm:prSet presAssocID="{3AB7C704-0208-4F6A-B5C5-332FFA98E1DF}" presName="level2Shape" presStyleLbl="node3" presStyleIdx="0" presStyleCnt="2" custLinFactNeighborX="-62767"/>
      <dgm:spPr/>
    </dgm:pt>
    <dgm:pt modelId="{8BB6ECD4-6A84-43A1-9FC4-E971177F6F16}" type="pres">
      <dgm:prSet presAssocID="{3AB7C704-0208-4F6A-B5C5-332FFA98E1DF}" presName="hierChild3" presStyleCnt="0"/>
      <dgm:spPr/>
    </dgm:pt>
    <dgm:pt modelId="{B4830A56-76A7-4A3D-8C7A-5F5A99F5A74A}" type="pres">
      <dgm:prSet presAssocID="{97730D93-EC13-4226-B988-6D6EDE0B12CB}" presName="Name19" presStyleLbl="parChTrans1D4" presStyleIdx="0" presStyleCnt="2"/>
      <dgm:spPr/>
    </dgm:pt>
    <dgm:pt modelId="{E7E09BB2-4E5D-4FD4-8A60-93DEDD32F81B}" type="pres">
      <dgm:prSet presAssocID="{3B65BA91-AB83-45FF-9EAE-B942B1D00DA0}" presName="Name21" presStyleCnt="0"/>
      <dgm:spPr/>
    </dgm:pt>
    <dgm:pt modelId="{305104A7-4AD1-45BB-B8AC-A4310C88CA3E}" type="pres">
      <dgm:prSet presAssocID="{3B65BA91-AB83-45FF-9EAE-B942B1D00DA0}" presName="level2Shape" presStyleLbl="node4" presStyleIdx="0" presStyleCnt="2" custLinFactNeighborX="-63204" custLinFactNeighborY="268"/>
      <dgm:spPr/>
    </dgm:pt>
    <dgm:pt modelId="{4B4C7ABE-86D7-4AD9-B849-D32E2D241862}" type="pres">
      <dgm:prSet presAssocID="{3B65BA91-AB83-45FF-9EAE-B942B1D00DA0}" presName="hierChild3" presStyleCnt="0"/>
      <dgm:spPr/>
    </dgm:pt>
    <dgm:pt modelId="{81FA637E-14F8-403C-8600-E4217A2D92D0}" type="pres">
      <dgm:prSet presAssocID="{D93129D0-76AD-4089-834D-DF977FDED368}" presName="Name19" presStyleLbl="parChTrans1D2" presStyleIdx="1" presStyleCnt="2"/>
      <dgm:spPr/>
    </dgm:pt>
    <dgm:pt modelId="{219B1BE2-1D87-4264-83BE-F46A41486448}" type="pres">
      <dgm:prSet presAssocID="{1F502319-E2CC-4F63-9BDD-0161EC5A5DE6}" presName="Name21" presStyleCnt="0"/>
      <dgm:spPr/>
    </dgm:pt>
    <dgm:pt modelId="{41193D8A-D231-41F3-B02A-6DC5B721775A}" type="pres">
      <dgm:prSet presAssocID="{1F502319-E2CC-4F63-9BDD-0161EC5A5DE6}" presName="level2Shape" presStyleLbl="node2" presStyleIdx="1" presStyleCnt="2"/>
      <dgm:spPr/>
    </dgm:pt>
    <dgm:pt modelId="{3DA4BC3C-7EDC-415A-9813-157F0E003B99}" type="pres">
      <dgm:prSet presAssocID="{1F502319-E2CC-4F63-9BDD-0161EC5A5DE6}" presName="hierChild3" presStyleCnt="0"/>
      <dgm:spPr/>
    </dgm:pt>
    <dgm:pt modelId="{2D4BD512-2D52-460F-82CD-183817802E88}" type="pres">
      <dgm:prSet presAssocID="{1CE59F93-9488-4084-A89A-E8CB66E491DB}" presName="Name19" presStyleLbl="parChTrans1D3" presStyleIdx="1" presStyleCnt="2"/>
      <dgm:spPr/>
    </dgm:pt>
    <dgm:pt modelId="{FC863297-1FE2-4F84-B31A-0E863E51810E}" type="pres">
      <dgm:prSet presAssocID="{21DD8887-0E69-4F3B-806F-A8A17EA93A21}" presName="Name21" presStyleCnt="0"/>
      <dgm:spPr/>
    </dgm:pt>
    <dgm:pt modelId="{5223E18C-CFD9-4090-BD6F-E35A20371D0E}" type="pres">
      <dgm:prSet presAssocID="{21DD8887-0E69-4F3B-806F-A8A17EA93A21}" presName="level2Shape" presStyleLbl="node3" presStyleIdx="1" presStyleCnt="2" custLinFactNeighborX="58745"/>
      <dgm:spPr/>
    </dgm:pt>
    <dgm:pt modelId="{F852B093-C615-4ACC-9C59-2930526216AB}" type="pres">
      <dgm:prSet presAssocID="{21DD8887-0E69-4F3B-806F-A8A17EA93A21}" presName="hierChild3" presStyleCnt="0"/>
      <dgm:spPr/>
    </dgm:pt>
    <dgm:pt modelId="{CB0B9DD3-7B49-4896-A84C-ED395C646112}" type="pres">
      <dgm:prSet presAssocID="{303D6219-4496-4570-85B5-45FA1F479FCA}" presName="Name19" presStyleLbl="parChTrans1D4" presStyleIdx="1" presStyleCnt="2"/>
      <dgm:spPr/>
    </dgm:pt>
    <dgm:pt modelId="{0277C4AD-ABC1-471B-9D90-A944B71A2972}" type="pres">
      <dgm:prSet presAssocID="{99EF7159-1E24-4CE7-B5CD-71D49A0E30BD}" presName="Name21" presStyleCnt="0"/>
      <dgm:spPr/>
    </dgm:pt>
    <dgm:pt modelId="{143D92A1-882C-4885-9BE4-9742F2C4330F}" type="pres">
      <dgm:prSet presAssocID="{99EF7159-1E24-4CE7-B5CD-71D49A0E30BD}" presName="level2Shape" presStyleLbl="node4" presStyleIdx="1" presStyleCnt="2" custLinFactNeighborX="59232" custLinFactNeighborY="19"/>
      <dgm:spPr/>
    </dgm:pt>
    <dgm:pt modelId="{DF553189-AFAA-462D-B500-8FA2CBE785A1}" type="pres">
      <dgm:prSet presAssocID="{99EF7159-1E24-4CE7-B5CD-71D49A0E30BD}" presName="hierChild3" presStyleCnt="0"/>
      <dgm:spPr/>
    </dgm:pt>
    <dgm:pt modelId="{A0239D33-86F1-4744-A590-F5AFF306990B}" type="pres">
      <dgm:prSet presAssocID="{A79898C3-9F8E-4202-8FC1-751955FAEBDF}" presName="bgShapesFlow" presStyleCnt="0"/>
      <dgm:spPr/>
    </dgm:pt>
  </dgm:ptLst>
  <dgm:cxnLst>
    <dgm:cxn modelId="{33D09710-C38D-4277-809A-E5F710D5E938}" type="presOf" srcId="{1F502319-E2CC-4F63-9BDD-0161EC5A5DE6}" destId="{41193D8A-D231-41F3-B02A-6DC5B721775A}" srcOrd="0" destOrd="0" presId="urn:microsoft.com/office/officeart/2005/8/layout/hierarchy6"/>
    <dgm:cxn modelId="{3F7A281E-BD71-4569-B134-454EDEFAB071}" srcId="{EB56B4A9-F092-4763-96D9-6029DEA62BD0}" destId="{1F502319-E2CC-4F63-9BDD-0161EC5A5DE6}" srcOrd="1" destOrd="0" parTransId="{D93129D0-76AD-4089-834D-DF977FDED368}" sibTransId="{480160FD-E64E-4ACB-89B0-6863202642C5}"/>
    <dgm:cxn modelId="{AE30FB22-991A-4977-A5E9-7A995F7C4D21}" type="presOf" srcId="{EB56B4A9-F092-4763-96D9-6029DEA62BD0}" destId="{FADAEFF1-452A-4D4D-B1BB-4598DDA958FC}" srcOrd="0" destOrd="0" presId="urn:microsoft.com/office/officeart/2005/8/layout/hierarchy6"/>
    <dgm:cxn modelId="{14280B33-3D59-4374-9759-70D7AEB59EF2}" type="presOf" srcId="{4D061857-323C-455F-A01C-55C8707932B8}" destId="{356107EB-5D8A-446F-8660-309CEBD50A36}" srcOrd="0" destOrd="0" presId="urn:microsoft.com/office/officeart/2005/8/layout/hierarchy6"/>
    <dgm:cxn modelId="{2CDC613D-F37C-4F75-AC01-D333A5E4FBC7}" type="presOf" srcId="{97730D93-EC13-4226-B988-6D6EDE0B12CB}" destId="{B4830A56-76A7-4A3D-8C7A-5F5A99F5A74A}" srcOrd="0" destOrd="0" presId="urn:microsoft.com/office/officeart/2005/8/layout/hierarchy6"/>
    <dgm:cxn modelId="{0D003E44-2100-4AE3-9CAF-CB18A320F384}" type="presOf" srcId="{E2716592-0ED3-4E72-A0D7-40DF17C7B889}" destId="{8870FDFE-10F0-4162-A6D3-CF8338A43755}" srcOrd="0" destOrd="0" presId="urn:microsoft.com/office/officeart/2005/8/layout/hierarchy6"/>
    <dgm:cxn modelId="{51F6A86A-F859-4790-8460-1A5BD83D4D28}" srcId="{EB56B4A9-F092-4763-96D9-6029DEA62BD0}" destId="{E2716592-0ED3-4E72-A0D7-40DF17C7B889}" srcOrd="0" destOrd="0" parTransId="{4D061857-323C-455F-A01C-55C8707932B8}" sibTransId="{4E6618CD-DF99-4CAC-8CBA-EAB2497D15E8}"/>
    <dgm:cxn modelId="{A22F7C6B-3EDD-478C-A3EF-65A1A9A053C7}" srcId="{3AB7C704-0208-4F6A-B5C5-332FFA98E1DF}" destId="{3B65BA91-AB83-45FF-9EAE-B942B1D00DA0}" srcOrd="0" destOrd="0" parTransId="{97730D93-EC13-4226-B988-6D6EDE0B12CB}" sibTransId="{8FCDB2C2-8A78-4F1C-B8AB-67FEEFB99E2A}"/>
    <dgm:cxn modelId="{C2534E4C-42C5-405E-A4FC-17D3D049DD4C}" type="presOf" srcId="{3B65BA91-AB83-45FF-9EAE-B942B1D00DA0}" destId="{305104A7-4AD1-45BB-B8AC-A4310C88CA3E}" srcOrd="0" destOrd="0" presId="urn:microsoft.com/office/officeart/2005/8/layout/hierarchy6"/>
    <dgm:cxn modelId="{9ADB8587-6046-4479-BBBA-956D559E07AD}" srcId="{1F502319-E2CC-4F63-9BDD-0161EC5A5DE6}" destId="{21DD8887-0E69-4F3B-806F-A8A17EA93A21}" srcOrd="0" destOrd="0" parTransId="{1CE59F93-9488-4084-A89A-E8CB66E491DB}" sibTransId="{FF1DD8E9-C58E-4F26-A964-D3282E7D7A84}"/>
    <dgm:cxn modelId="{A4C65291-B171-4F18-9F56-1759C500D1BD}" type="presOf" srcId="{99EF7159-1E24-4CE7-B5CD-71D49A0E30BD}" destId="{143D92A1-882C-4885-9BE4-9742F2C4330F}" srcOrd="0" destOrd="0" presId="urn:microsoft.com/office/officeart/2005/8/layout/hierarchy6"/>
    <dgm:cxn modelId="{93F9CB91-83FC-45AC-B8B6-13B620254F1E}" srcId="{21DD8887-0E69-4F3B-806F-A8A17EA93A21}" destId="{99EF7159-1E24-4CE7-B5CD-71D49A0E30BD}" srcOrd="0" destOrd="0" parTransId="{303D6219-4496-4570-85B5-45FA1F479FCA}" sibTransId="{FEB757C9-2C77-4C64-B614-A10F4691268E}"/>
    <dgm:cxn modelId="{E507F897-3B15-4DE7-9F16-EB70075BF71E}" type="presOf" srcId="{1CE59F93-9488-4084-A89A-E8CB66E491DB}" destId="{2D4BD512-2D52-460F-82CD-183817802E88}" srcOrd="0" destOrd="0" presId="urn:microsoft.com/office/officeart/2005/8/layout/hierarchy6"/>
    <dgm:cxn modelId="{A9B227B5-E708-4E2C-97E5-219A49F2CA52}" type="presOf" srcId="{A79898C3-9F8E-4202-8FC1-751955FAEBDF}" destId="{BDEBA09C-F7AE-4A99-97B3-4B358264216C}" srcOrd="0" destOrd="0" presId="urn:microsoft.com/office/officeart/2005/8/layout/hierarchy6"/>
    <dgm:cxn modelId="{BD8765B6-06C4-41C1-A003-55B4FAF808CE}" type="presOf" srcId="{21DD8887-0E69-4F3B-806F-A8A17EA93A21}" destId="{5223E18C-CFD9-4090-BD6F-E35A20371D0E}" srcOrd="0" destOrd="0" presId="urn:microsoft.com/office/officeart/2005/8/layout/hierarchy6"/>
    <dgm:cxn modelId="{7091EDBA-36FB-464E-8584-548A5ABAFCBE}" type="presOf" srcId="{303D6219-4496-4570-85B5-45FA1F479FCA}" destId="{CB0B9DD3-7B49-4896-A84C-ED395C646112}" srcOrd="0" destOrd="0" presId="urn:microsoft.com/office/officeart/2005/8/layout/hierarchy6"/>
    <dgm:cxn modelId="{904697C3-B54E-49E7-AC8C-45457549C1E4}" srcId="{E2716592-0ED3-4E72-A0D7-40DF17C7B889}" destId="{3AB7C704-0208-4F6A-B5C5-332FFA98E1DF}" srcOrd="0" destOrd="0" parTransId="{D9CB95E5-5385-479B-B8CE-C2CC21C02027}" sibTransId="{AE6FAFF2-A3C8-4DFB-B5A4-0278A62B575E}"/>
    <dgm:cxn modelId="{6C13B8EC-7DB8-476B-AE25-F925BD91BE09}" type="presOf" srcId="{D93129D0-76AD-4089-834D-DF977FDED368}" destId="{81FA637E-14F8-403C-8600-E4217A2D92D0}" srcOrd="0" destOrd="0" presId="urn:microsoft.com/office/officeart/2005/8/layout/hierarchy6"/>
    <dgm:cxn modelId="{339D7AF6-45C2-4315-84B3-39D079A34531}" type="presOf" srcId="{3AB7C704-0208-4F6A-B5C5-332FFA98E1DF}" destId="{9D152C34-101E-45DA-B0C9-481CDC22A9D6}" srcOrd="0" destOrd="0" presId="urn:microsoft.com/office/officeart/2005/8/layout/hierarchy6"/>
    <dgm:cxn modelId="{529D31F8-8F4C-4420-98AC-6EE759D6D65C}" type="presOf" srcId="{D9CB95E5-5385-479B-B8CE-C2CC21C02027}" destId="{4D33F341-44EC-4C24-A788-FE3C6CB8E149}" srcOrd="0" destOrd="0" presId="urn:microsoft.com/office/officeart/2005/8/layout/hierarchy6"/>
    <dgm:cxn modelId="{8043A9FF-266D-4B11-AFBD-8B4F64962E3A}" srcId="{A79898C3-9F8E-4202-8FC1-751955FAEBDF}" destId="{EB56B4A9-F092-4763-96D9-6029DEA62BD0}" srcOrd="0" destOrd="0" parTransId="{44396ABA-3BF4-4B1E-A71F-805CA1502C21}" sibTransId="{614F8289-18D2-4FDA-ACBB-4CFDC9ED83B8}"/>
    <dgm:cxn modelId="{568868DA-6442-4BC8-844C-A9C83C88BCB7}" type="presParOf" srcId="{BDEBA09C-F7AE-4A99-97B3-4B358264216C}" destId="{EE80B745-1805-4BE8-9E68-B8679F2EE882}" srcOrd="0" destOrd="0" presId="urn:microsoft.com/office/officeart/2005/8/layout/hierarchy6"/>
    <dgm:cxn modelId="{F908FE16-587B-44C9-9BD9-CB120E2E17FD}" type="presParOf" srcId="{EE80B745-1805-4BE8-9E68-B8679F2EE882}" destId="{D3A21FB5-2625-4770-8C1C-2C245A1B2E8C}" srcOrd="0" destOrd="0" presId="urn:microsoft.com/office/officeart/2005/8/layout/hierarchy6"/>
    <dgm:cxn modelId="{E500BE49-BD32-47C4-91A2-B9131EFC3DDE}" type="presParOf" srcId="{D3A21FB5-2625-4770-8C1C-2C245A1B2E8C}" destId="{4F59505B-25CF-4773-862F-F7C4AA4A8AAB}" srcOrd="0" destOrd="0" presId="urn:microsoft.com/office/officeart/2005/8/layout/hierarchy6"/>
    <dgm:cxn modelId="{DCCFBC9B-7631-453A-9E78-0C14B61CCCC8}" type="presParOf" srcId="{4F59505B-25CF-4773-862F-F7C4AA4A8AAB}" destId="{FADAEFF1-452A-4D4D-B1BB-4598DDA958FC}" srcOrd="0" destOrd="0" presId="urn:microsoft.com/office/officeart/2005/8/layout/hierarchy6"/>
    <dgm:cxn modelId="{B49CBEC9-B21C-4620-9C12-683D8E442D0C}" type="presParOf" srcId="{4F59505B-25CF-4773-862F-F7C4AA4A8AAB}" destId="{EB8363F6-B359-47FE-B7C8-D4BB7C986AD8}" srcOrd="1" destOrd="0" presId="urn:microsoft.com/office/officeart/2005/8/layout/hierarchy6"/>
    <dgm:cxn modelId="{26C60A58-B9DF-425C-9AC5-199FE7DDA42C}" type="presParOf" srcId="{EB8363F6-B359-47FE-B7C8-D4BB7C986AD8}" destId="{356107EB-5D8A-446F-8660-309CEBD50A36}" srcOrd="0" destOrd="0" presId="urn:microsoft.com/office/officeart/2005/8/layout/hierarchy6"/>
    <dgm:cxn modelId="{AC01F2B8-DEEB-478D-A5E6-EE4F11EAB3FB}" type="presParOf" srcId="{EB8363F6-B359-47FE-B7C8-D4BB7C986AD8}" destId="{C5C1E1B2-C164-41E7-BBE4-545D3F6C618A}" srcOrd="1" destOrd="0" presId="urn:microsoft.com/office/officeart/2005/8/layout/hierarchy6"/>
    <dgm:cxn modelId="{071452C3-D637-4412-902A-110C4F48866C}" type="presParOf" srcId="{C5C1E1B2-C164-41E7-BBE4-545D3F6C618A}" destId="{8870FDFE-10F0-4162-A6D3-CF8338A43755}" srcOrd="0" destOrd="0" presId="urn:microsoft.com/office/officeart/2005/8/layout/hierarchy6"/>
    <dgm:cxn modelId="{EBF4717C-E2C0-4767-8DE5-EE09C8BD8DE7}" type="presParOf" srcId="{C5C1E1B2-C164-41E7-BBE4-545D3F6C618A}" destId="{07E0A03D-8CE4-45F9-AD02-744EC4F802A4}" srcOrd="1" destOrd="0" presId="urn:microsoft.com/office/officeart/2005/8/layout/hierarchy6"/>
    <dgm:cxn modelId="{2A82CE59-EE90-4A97-903B-69B7BDBA3D22}" type="presParOf" srcId="{07E0A03D-8CE4-45F9-AD02-744EC4F802A4}" destId="{4D33F341-44EC-4C24-A788-FE3C6CB8E149}" srcOrd="0" destOrd="0" presId="urn:microsoft.com/office/officeart/2005/8/layout/hierarchy6"/>
    <dgm:cxn modelId="{C1172108-D0EF-4546-B8B9-27AB3A0144C1}" type="presParOf" srcId="{07E0A03D-8CE4-45F9-AD02-744EC4F802A4}" destId="{FE42D867-D1ED-4535-BBB8-5D403133FC4B}" srcOrd="1" destOrd="0" presId="urn:microsoft.com/office/officeart/2005/8/layout/hierarchy6"/>
    <dgm:cxn modelId="{1E6DBC46-0D01-4212-B972-7D1F80F0BDFD}" type="presParOf" srcId="{FE42D867-D1ED-4535-BBB8-5D403133FC4B}" destId="{9D152C34-101E-45DA-B0C9-481CDC22A9D6}" srcOrd="0" destOrd="0" presId="urn:microsoft.com/office/officeart/2005/8/layout/hierarchy6"/>
    <dgm:cxn modelId="{8A19BA1A-0D8C-45B9-A6D7-DB47D9DCF988}" type="presParOf" srcId="{FE42D867-D1ED-4535-BBB8-5D403133FC4B}" destId="{8BB6ECD4-6A84-43A1-9FC4-E971177F6F16}" srcOrd="1" destOrd="0" presId="urn:microsoft.com/office/officeart/2005/8/layout/hierarchy6"/>
    <dgm:cxn modelId="{426D342A-7797-4F84-8FAE-9274CDAA13EF}" type="presParOf" srcId="{8BB6ECD4-6A84-43A1-9FC4-E971177F6F16}" destId="{B4830A56-76A7-4A3D-8C7A-5F5A99F5A74A}" srcOrd="0" destOrd="0" presId="urn:microsoft.com/office/officeart/2005/8/layout/hierarchy6"/>
    <dgm:cxn modelId="{FCE5999E-51FC-42DE-AAEF-F3D80763C39B}" type="presParOf" srcId="{8BB6ECD4-6A84-43A1-9FC4-E971177F6F16}" destId="{E7E09BB2-4E5D-4FD4-8A60-93DEDD32F81B}" srcOrd="1" destOrd="0" presId="urn:microsoft.com/office/officeart/2005/8/layout/hierarchy6"/>
    <dgm:cxn modelId="{A51A61BF-6378-4925-81A2-AEC15919C78E}" type="presParOf" srcId="{E7E09BB2-4E5D-4FD4-8A60-93DEDD32F81B}" destId="{305104A7-4AD1-45BB-B8AC-A4310C88CA3E}" srcOrd="0" destOrd="0" presId="urn:microsoft.com/office/officeart/2005/8/layout/hierarchy6"/>
    <dgm:cxn modelId="{7BBF2773-10D3-48CF-BD8C-E2F5162B6167}" type="presParOf" srcId="{E7E09BB2-4E5D-4FD4-8A60-93DEDD32F81B}" destId="{4B4C7ABE-86D7-4AD9-B849-D32E2D241862}" srcOrd="1" destOrd="0" presId="urn:microsoft.com/office/officeart/2005/8/layout/hierarchy6"/>
    <dgm:cxn modelId="{191C90ED-DDA8-4962-87DA-D638B535E807}" type="presParOf" srcId="{EB8363F6-B359-47FE-B7C8-D4BB7C986AD8}" destId="{81FA637E-14F8-403C-8600-E4217A2D92D0}" srcOrd="2" destOrd="0" presId="urn:microsoft.com/office/officeart/2005/8/layout/hierarchy6"/>
    <dgm:cxn modelId="{836213C8-6BA5-4DD8-A794-CE97426A5BE6}" type="presParOf" srcId="{EB8363F6-B359-47FE-B7C8-D4BB7C986AD8}" destId="{219B1BE2-1D87-4264-83BE-F46A41486448}" srcOrd="3" destOrd="0" presId="urn:microsoft.com/office/officeart/2005/8/layout/hierarchy6"/>
    <dgm:cxn modelId="{82302D0E-625E-49ED-838D-C90195ED4588}" type="presParOf" srcId="{219B1BE2-1D87-4264-83BE-F46A41486448}" destId="{41193D8A-D231-41F3-B02A-6DC5B721775A}" srcOrd="0" destOrd="0" presId="urn:microsoft.com/office/officeart/2005/8/layout/hierarchy6"/>
    <dgm:cxn modelId="{621BDB60-51F9-4D70-8980-135EBE187104}" type="presParOf" srcId="{219B1BE2-1D87-4264-83BE-F46A41486448}" destId="{3DA4BC3C-7EDC-415A-9813-157F0E003B99}" srcOrd="1" destOrd="0" presId="urn:microsoft.com/office/officeart/2005/8/layout/hierarchy6"/>
    <dgm:cxn modelId="{914F03FD-4AFC-4FBE-8965-9AE102D23B4B}" type="presParOf" srcId="{3DA4BC3C-7EDC-415A-9813-157F0E003B99}" destId="{2D4BD512-2D52-460F-82CD-183817802E88}" srcOrd="0" destOrd="0" presId="urn:microsoft.com/office/officeart/2005/8/layout/hierarchy6"/>
    <dgm:cxn modelId="{6CB86A16-4B77-42A8-B757-D630C82377E4}" type="presParOf" srcId="{3DA4BC3C-7EDC-415A-9813-157F0E003B99}" destId="{FC863297-1FE2-4F84-B31A-0E863E51810E}" srcOrd="1" destOrd="0" presId="urn:microsoft.com/office/officeart/2005/8/layout/hierarchy6"/>
    <dgm:cxn modelId="{BE6B64F6-A6C1-4D84-90BA-6A4EF8044A41}" type="presParOf" srcId="{FC863297-1FE2-4F84-B31A-0E863E51810E}" destId="{5223E18C-CFD9-4090-BD6F-E35A20371D0E}" srcOrd="0" destOrd="0" presId="urn:microsoft.com/office/officeart/2005/8/layout/hierarchy6"/>
    <dgm:cxn modelId="{B401F095-C7E5-45C1-B6D0-8A58E4292287}" type="presParOf" srcId="{FC863297-1FE2-4F84-B31A-0E863E51810E}" destId="{F852B093-C615-4ACC-9C59-2930526216AB}" srcOrd="1" destOrd="0" presId="urn:microsoft.com/office/officeart/2005/8/layout/hierarchy6"/>
    <dgm:cxn modelId="{FE7AB488-C3E7-4032-ABFA-E3B96BBBFA68}" type="presParOf" srcId="{F852B093-C615-4ACC-9C59-2930526216AB}" destId="{CB0B9DD3-7B49-4896-A84C-ED395C646112}" srcOrd="0" destOrd="0" presId="urn:microsoft.com/office/officeart/2005/8/layout/hierarchy6"/>
    <dgm:cxn modelId="{BAE0E041-A7C5-4BD3-9510-5D3A94BFDE1D}" type="presParOf" srcId="{F852B093-C615-4ACC-9C59-2930526216AB}" destId="{0277C4AD-ABC1-471B-9D90-A944B71A2972}" srcOrd="1" destOrd="0" presId="urn:microsoft.com/office/officeart/2005/8/layout/hierarchy6"/>
    <dgm:cxn modelId="{2D65A208-EDD3-4B7A-B6CA-A1DECE2B6B77}" type="presParOf" srcId="{0277C4AD-ABC1-471B-9D90-A944B71A2972}" destId="{143D92A1-882C-4885-9BE4-9742F2C4330F}" srcOrd="0" destOrd="0" presId="urn:microsoft.com/office/officeart/2005/8/layout/hierarchy6"/>
    <dgm:cxn modelId="{28362721-BB37-44BD-92AE-0C0BA78C606E}" type="presParOf" srcId="{0277C4AD-ABC1-471B-9D90-A944B71A2972}" destId="{DF553189-AFAA-462D-B500-8FA2CBE785A1}" srcOrd="1" destOrd="0" presId="urn:microsoft.com/office/officeart/2005/8/layout/hierarchy6"/>
    <dgm:cxn modelId="{FFF96F70-9F1F-4C4E-AA36-0A336DB4F494}" type="presParOf" srcId="{BDEBA09C-F7AE-4A99-97B3-4B358264216C}" destId="{A0239D33-86F1-4744-A590-F5AFF306990B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AEFF1-452A-4D4D-B1BB-4598DDA958FC}">
      <dsp:nvSpPr>
        <dsp:cNvPr id="0" name=""/>
        <dsp:cNvSpPr/>
      </dsp:nvSpPr>
      <dsp:spPr>
        <a:xfrm>
          <a:off x="1653212" y="1497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&lt;html&gt;</a:t>
          </a:r>
        </a:p>
      </dsp:txBody>
      <dsp:txXfrm>
        <a:off x="1669570" y="17855"/>
        <a:ext cx="805019" cy="525774"/>
      </dsp:txXfrm>
    </dsp:sp>
    <dsp:sp modelId="{356107EB-5D8A-446F-8660-309CEBD50A36}">
      <dsp:nvSpPr>
        <dsp:cNvPr id="0" name=""/>
        <dsp:cNvSpPr/>
      </dsp:nvSpPr>
      <dsp:spPr>
        <a:xfrm>
          <a:off x="1527552" y="559987"/>
          <a:ext cx="544528" cy="223396"/>
        </a:xfrm>
        <a:custGeom>
          <a:avLst/>
          <a:gdLst/>
          <a:ahLst/>
          <a:cxnLst/>
          <a:rect l="0" t="0" r="0" b="0"/>
          <a:pathLst>
            <a:path>
              <a:moveTo>
                <a:pt x="544528" y="0"/>
              </a:moveTo>
              <a:lnTo>
                <a:pt x="544528" y="111698"/>
              </a:lnTo>
              <a:lnTo>
                <a:pt x="0" y="111698"/>
              </a:lnTo>
              <a:lnTo>
                <a:pt x="0" y="2233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70FDFE-10F0-4162-A6D3-CF8338A43755}">
      <dsp:nvSpPr>
        <dsp:cNvPr id="0" name=""/>
        <dsp:cNvSpPr/>
      </dsp:nvSpPr>
      <dsp:spPr>
        <a:xfrm>
          <a:off x="1108684" y="783383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&lt;head&gt;</a:t>
          </a:r>
        </a:p>
      </dsp:txBody>
      <dsp:txXfrm>
        <a:off x="1125042" y="799741"/>
        <a:ext cx="805019" cy="525774"/>
      </dsp:txXfrm>
    </dsp:sp>
    <dsp:sp modelId="{4D33F341-44EC-4C24-A788-FE3C6CB8E149}">
      <dsp:nvSpPr>
        <dsp:cNvPr id="0" name=""/>
        <dsp:cNvSpPr/>
      </dsp:nvSpPr>
      <dsp:spPr>
        <a:xfrm>
          <a:off x="1001730" y="1341874"/>
          <a:ext cx="525821" cy="223396"/>
        </a:xfrm>
        <a:custGeom>
          <a:avLst/>
          <a:gdLst/>
          <a:ahLst/>
          <a:cxnLst/>
          <a:rect l="0" t="0" r="0" b="0"/>
          <a:pathLst>
            <a:path>
              <a:moveTo>
                <a:pt x="525821" y="0"/>
              </a:moveTo>
              <a:lnTo>
                <a:pt x="525821" y="111698"/>
              </a:lnTo>
              <a:lnTo>
                <a:pt x="0" y="111698"/>
              </a:lnTo>
              <a:lnTo>
                <a:pt x="0" y="223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152C34-101E-45DA-B0C9-481CDC22A9D6}">
      <dsp:nvSpPr>
        <dsp:cNvPr id="0" name=""/>
        <dsp:cNvSpPr/>
      </dsp:nvSpPr>
      <dsp:spPr>
        <a:xfrm>
          <a:off x="582862" y="1565270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&lt;title&gt;</a:t>
          </a:r>
        </a:p>
      </dsp:txBody>
      <dsp:txXfrm>
        <a:off x="599220" y="1581628"/>
        <a:ext cx="805019" cy="525774"/>
      </dsp:txXfrm>
    </dsp:sp>
    <dsp:sp modelId="{B4830A56-76A7-4A3D-8C7A-5F5A99F5A74A}">
      <dsp:nvSpPr>
        <dsp:cNvPr id="0" name=""/>
        <dsp:cNvSpPr/>
      </dsp:nvSpPr>
      <dsp:spPr>
        <a:xfrm>
          <a:off x="952349" y="2123761"/>
          <a:ext cx="91440" cy="224892"/>
        </a:xfrm>
        <a:custGeom>
          <a:avLst/>
          <a:gdLst/>
          <a:ahLst/>
          <a:cxnLst/>
          <a:rect l="0" t="0" r="0" b="0"/>
          <a:pathLst>
            <a:path>
              <a:moveTo>
                <a:pt x="49380" y="0"/>
              </a:moveTo>
              <a:lnTo>
                <a:pt x="49380" y="112446"/>
              </a:lnTo>
              <a:lnTo>
                <a:pt x="45720" y="112446"/>
              </a:lnTo>
              <a:lnTo>
                <a:pt x="45720" y="22489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5104A7-4AD1-45BB-B8AC-A4310C88CA3E}">
      <dsp:nvSpPr>
        <dsp:cNvPr id="0" name=""/>
        <dsp:cNvSpPr/>
      </dsp:nvSpPr>
      <dsp:spPr>
        <a:xfrm>
          <a:off x="579202" y="2348653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“Document”</a:t>
          </a:r>
        </a:p>
      </dsp:txBody>
      <dsp:txXfrm>
        <a:off x="595560" y="2365011"/>
        <a:ext cx="805019" cy="525774"/>
      </dsp:txXfrm>
    </dsp:sp>
    <dsp:sp modelId="{81FA637E-14F8-403C-8600-E4217A2D92D0}">
      <dsp:nvSpPr>
        <dsp:cNvPr id="0" name=""/>
        <dsp:cNvSpPr/>
      </dsp:nvSpPr>
      <dsp:spPr>
        <a:xfrm>
          <a:off x="2072080" y="559987"/>
          <a:ext cx="544528" cy="223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8"/>
              </a:lnTo>
              <a:lnTo>
                <a:pt x="544528" y="111698"/>
              </a:lnTo>
              <a:lnTo>
                <a:pt x="544528" y="223396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193D8A-D231-41F3-B02A-6DC5B721775A}">
      <dsp:nvSpPr>
        <dsp:cNvPr id="0" name=""/>
        <dsp:cNvSpPr/>
      </dsp:nvSpPr>
      <dsp:spPr>
        <a:xfrm>
          <a:off x="2197740" y="783383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&lt;body&gt;</a:t>
          </a:r>
        </a:p>
      </dsp:txBody>
      <dsp:txXfrm>
        <a:off x="2214098" y="799741"/>
        <a:ext cx="805019" cy="525774"/>
      </dsp:txXfrm>
    </dsp:sp>
    <dsp:sp modelId="{2D4BD512-2D52-460F-82CD-183817802E88}">
      <dsp:nvSpPr>
        <dsp:cNvPr id="0" name=""/>
        <dsp:cNvSpPr/>
      </dsp:nvSpPr>
      <dsp:spPr>
        <a:xfrm>
          <a:off x="2616608" y="1341874"/>
          <a:ext cx="492127" cy="223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698"/>
              </a:lnTo>
              <a:lnTo>
                <a:pt x="492127" y="111698"/>
              </a:lnTo>
              <a:lnTo>
                <a:pt x="492127" y="223396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23E18C-CFD9-4090-BD6F-E35A20371D0E}">
      <dsp:nvSpPr>
        <dsp:cNvPr id="0" name=""/>
        <dsp:cNvSpPr/>
      </dsp:nvSpPr>
      <dsp:spPr>
        <a:xfrm>
          <a:off x="2689868" y="1565270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&lt;h1&gt;</a:t>
          </a:r>
        </a:p>
      </dsp:txBody>
      <dsp:txXfrm>
        <a:off x="2706226" y="1581628"/>
        <a:ext cx="805019" cy="525774"/>
      </dsp:txXfrm>
    </dsp:sp>
    <dsp:sp modelId="{CB0B9DD3-7B49-4896-A84C-ED395C646112}">
      <dsp:nvSpPr>
        <dsp:cNvPr id="0" name=""/>
        <dsp:cNvSpPr/>
      </dsp:nvSpPr>
      <dsp:spPr>
        <a:xfrm>
          <a:off x="3063016" y="2123761"/>
          <a:ext cx="91440" cy="2235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11751"/>
              </a:lnTo>
              <a:lnTo>
                <a:pt x="49799" y="111751"/>
              </a:lnTo>
              <a:lnTo>
                <a:pt x="49799" y="223502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3D92A1-882C-4885-9BE4-9742F2C4330F}">
      <dsp:nvSpPr>
        <dsp:cNvPr id="0" name=""/>
        <dsp:cNvSpPr/>
      </dsp:nvSpPr>
      <dsp:spPr>
        <a:xfrm>
          <a:off x="2693948" y="2347263"/>
          <a:ext cx="837735" cy="55849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Cascadia Code" panose="020B0609020000020004" pitchFamily="49" charset="0"/>
              <a:cs typeface="Cascadia Code" panose="020B0609020000020004" pitchFamily="49" charset="0"/>
            </a:rPr>
            <a:t>“Hello, World”</a:t>
          </a:r>
        </a:p>
      </dsp:txBody>
      <dsp:txXfrm>
        <a:off x="2710306" y="2363621"/>
        <a:ext cx="805019" cy="5257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D130A-A417-4305-BB36-6C355E84045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F2469-F8C6-452F-A911-8B18268016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25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12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3F3E-85B5-B6F4-1F56-FDA550EC7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219A65-C468-3E54-2812-64AF0450B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B08F1-9A84-F1A7-7F08-D0AF71BBC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42AF-801F-C58F-F455-F2F5F1800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100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76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45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BF830-88B1-2903-483E-1D595019F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64F5B-81CC-A726-CB0E-B1C27025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DD5D1-AE73-6026-6749-9411E455D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BC692-E9DD-70CC-2D6F-FBB539F2C7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38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644BF-6649-16DA-F2C9-44FBCBBB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1DBD6-1E98-BB68-BCC0-182E61AEF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B4E32-17F4-B59A-CC90-EFD503D16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472C8-3F8B-784E-1FE3-5C9B0C8770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63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96B1-E768-A401-7461-2861E20C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D8A1D-622E-C22E-7E04-1E0C7CE109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FEF5E-7970-1406-4A33-E4D0246F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B9A94-03C3-65FF-3A7C-9C95D0CE8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99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BA54-E6E2-C86E-55C5-057BBA83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C2950-2E88-418D-EBD4-86783DC1F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DC512-CE24-9F61-CFDB-400524BB6A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819FF-96BC-A6AA-A509-73CCC19A9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91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13EB-2116-D0D9-DC19-B94EFA7E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DDF1C-7E8E-5E67-8770-71CE0922E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2A5AE2-347C-4A71-E098-FC75ACC42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FA3C4-E9C7-AE5B-8972-691F0E8CE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29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506D5-03A0-6943-902E-BB0001F0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E6387-04C2-635A-3791-7A8807EA0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C1811-4F9E-0230-CFB0-5F80632A5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27C77-E46C-69E8-EB9E-5DAB38F9E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582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01-35A5-A7BA-6B63-DE074A90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61A8A-5179-B565-DCB0-5E6CE5CD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254BC-0604-F3B8-30D4-015B4B86A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424A9-35C2-1217-E4BD-4182684C9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54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417F-5C6B-810E-0F48-00F1D4F3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4D1847-014C-0540-7290-8E3ECD1D3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19EB7-AA47-3AB8-BF8D-C153FCD8C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AD5AB-7133-98A3-56C0-512A91A58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64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B7723-CE59-5E97-FBE8-2C8621E89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FF1F4C-6A58-6325-BB14-E8233798E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7D94E-AF56-691F-5375-B80B852B0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D52E4-0435-C8CB-EA86-834D5DFA0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62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DF54-F012-CEC8-F270-38DA5D259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CDA387-30B1-232F-00F3-A4EBAC9B6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823449-7E0A-6336-0AC3-0E133ABBD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440D7-DD96-528E-0B3F-22451D39F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696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4F61-77CA-9D35-E406-465D1B6B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E158D-54FE-A573-FFED-6488059F4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F7D0A-C01A-9CA0-5003-5984E8A9C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4052F-F48D-8057-0F56-B777077A5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587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3902-02F4-AE64-6F0C-8EAD12A02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5B4B5-00D5-477B-4893-31DF45421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B7A21-DF21-F6E8-AFDC-0F9F826DF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0AD98-C51D-812F-D966-B40C20784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64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997A6-71B4-EF3A-05B8-41725D4A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997F6-62BF-CE7A-DFFE-49F49A97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7B687-941F-C7C5-0159-ECEF4A503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B0D8B-36E4-12C6-C310-3B4A852D8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25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5818-6A2B-1288-59DD-94A71079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05EB8-B7E5-1EBA-D9D4-02A9D42A4A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28485F-FACE-DA88-E2C7-4E41C1314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070AD-D1F6-8C71-EA5C-E2007D205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05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63757-8621-4ACB-E712-94C34E87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645B0-85A4-7BB6-9E51-B0A8757B3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53407B-519D-6FF2-F8DF-CE37E198E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0FA2B-C483-79E6-4961-09D0C4AE1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735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C8C4-EAA1-E9DA-F961-194247CC2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43A70-39BD-7C51-CDBA-31ED7ADD5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F6983-B241-9E49-3C3D-74A7B893D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ECC58-DE1A-1387-A5E3-15F9FCA03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DA325-59DF-28C1-94D7-85F5EA196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DE60D-E813-48AD-6843-324BF1DF2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024CE-1D6C-AC8D-2162-B08D31C8B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7E7D1-F0BE-4216-DDF0-B880FF242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156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E0C4A-B92F-3E95-A1C6-38428300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9E7F-4823-7448-7623-C4B5C4D44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18F12-6175-AA0E-83F3-C3C23F64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70AED-08F1-AB5B-B547-4B2AE72FD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507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861B-3277-464B-F446-B2AAFAFB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B78B9-D348-2D6B-5122-BA7E7AC1B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A9A7A-9833-A4AA-1132-C6872DB1D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6A79F-0FF8-1D04-5484-B831864095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420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34FA0-9DBA-F7CD-B456-EBFB8CAD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BBB82-65FA-C7E0-98FF-C71B08C9D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8DAB3-50B7-3893-BF5E-AA8FC15E7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31635-48D2-6E47-D842-DEA36C23E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83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C96EC-51F7-1361-36C6-45DEDB24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841BE-6B57-6181-5782-DB23EDE8A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303E3A-44E7-4901-BE36-361514601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392A1-DF8D-7A28-2163-30AB99FF23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77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5FDED-6DC4-E1B5-2F15-30509DB90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E3A70-D443-05D5-EC29-1094E39733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2C7AD-C8A0-D7E0-3362-C84E6BEFB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ADBCB-F8EB-ED17-B41D-78D409106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88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62714-8D03-8E4E-12C6-0295D605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A6D5D-A185-8875-F9D6-A0CB9EDA1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F1C37-6685-0BE7-10EE-D5111297D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A504A-F753-6EF3-E249-EF432EDE4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2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12DA-AAAB-1399-E342-2D6D3DB0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C4D31-A786-6023-E1CF-7537C6454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6A23B-896C-3709-905C-CE7BD51F9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3E976-68E3-0047-F845-1CDFB03E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989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C982-9BC6-3FCF-B9C4-8075407E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84E20-F962-BAB0-C98D-1496177CF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225E6-6BD4-2542-5851-4511011C5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5531F-9067-01B6-367E-4E7706CF1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413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FEBB5-80A9-0047-013C-B503EEAC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E7B3-23FE-36C3-F8B1-5F3CB399E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41E80-ADAC-22AF-C93A-48EA97E8F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23288-3F70-1ED1-CE6B-C5CF90081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073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E3260-8F01-9E3D-DA77-614AEB039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A0239C-F1E4-A32B-2B14-FF033F3AE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1EFA1-51A3-A788-16D0-6F042BF32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FC4A1-E4EF-7A8E-8903-714346025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9731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8FCAA-5D1F-557A-2587-152E1DD4D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7AB93-DB84-4973-2230-8B18AEC91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DFF88-6630-2DFF-33B3-73B1ABB1E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ED493-9952-50BD-E989-4871F6963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01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0E89E-80AF-C547-C70C-940F2DC18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30979-BAE7-1BA3-2F2F-997B6AB63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67A80-6D98-0B54-DA93-BCDA0F95F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7EE2D-63BB-2D79-8545-F51EEBDDE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656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E15AD-D2A0-6638-1CBF-B6ED91A4D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7BCA1-8BE9-F811-4DB8-C43980BB2F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38070-0443-3C0C-E02D-23A8D00BB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A6C9C-D82C-F979-7EE4-291E9D9BC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750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41C9-4700-EBAC-7DDC-1F4AA7CE4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AB14B-27A6-4DC7-AC2F-3EFD0C139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03E66-1843-733A-2D26-9B78DD6B9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D65CE-7743-F03C-CDAD-9BAEDB608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9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27302-7358-83D7-DA82-3CC38E481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64241-B337-5447-C5D7-503B2888F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C29B0D-5E4B-02DA-1169-48315457E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BE836-E080-6471-B00F-44C538247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913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623C2-29CD-0998-129D-16749D52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14E7BA-E8D7-3958-6282-6D0A397AB5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C4E3CE-9DE7-8FA2-5075-4A8E72DAE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9CF2B-7FCF-7948-C2E4-BE9EBB634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525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B21E2-43AA-E711-B1D4-0A85E8A3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F7FD60-535D-3B84-728F-9DB3BD0C9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B3BDB-4CDE-53D4-AD20-A0C26D398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74998-98E5-49F8-20FC-DB883646C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5910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62C8-871D-AB1E-3C12-E9A9A610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77690-F5A7-2033-33BD-AB7062FB5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770AA-32EE-7999-F02F-D6B0029AD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CAEBB-6D52-1B40-E835-692ED1FA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6C7EE9-5626-4E69-A322-697F3386818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93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9C077-427A-BD04-8B69-67C5A65CC1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6D1B8-2D18-4E38-1BCD-15F7035AD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6C39A-FC80-1FC0-E366-5AB3FEC4F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70E02-554C-B238-DEC8-4049F68C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D5B5-AD82-9DCD-9300-3CAEA0503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58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E533-BD99-7EF1-CBCD-E6552608E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BE600-33E2-0018-62CC-A81EC641F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D2191-A5C0-F39A-B602-8DF8A5E4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DBBF6-D9FC-66C6-58A2-764F085B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9585-AF01-1536-1C5B-2FF729F2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41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9BC46-AEAB-4968-609D-AC9CAD86C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8CBB1-C749-48DB-B9A9-56C3415E7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A445A-BC05-1FA2-21A7-8865142BC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35FC-8B64-9C4F-D041-D106D356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1A88F-60D9-747C-EDA3-4571F855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9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9FEC-F6ED-7841-023A-5F0337A2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03960-628D-AED6-AD39-CA8C0B6AF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B4DA6-51DE-B88A-0D91-9986A58E6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B4FE5-2B02-1B08-6CDA-C3A33D3E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5EA50-EC18-1617-D74E-3ED21140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7AD19-8877-1009-EB63-697FC9E23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2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36148-E7ED-4706-FD5A-1A58A9A7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0BDCF-E778-684A-8E6E-1D807A9E6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18370-E75F-11F8-3344-43ED894E4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A7DD6-13A7-A890-F84E-38C002C9A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A96E2-B6A9-07EE-E110-FAB29644E6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1ED24-78FD-358D-C97B-5789CBAB0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9893A-586F-37B8-5108-E1F07605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318E3-CC42-08B4-AC0F-1157A4B0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26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48FE-8352-3970-6D6A-200510453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08DB4-4AC3-BDB1-84F3-65085A65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6C831-C001-88BB-DAA6-8C1D7EF1C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6DF31-29BA-DDC4-7C8B-1A810B68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4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41A60-111E-3788-D496-E78D2772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68FBBE-722A-A679-3A15-9A8ECB09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B1EBA-3B68-0BE8-C0B1-870D6880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76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A328-9F12-258C-6007-95BABFCE9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42BD-5677-64AD-1D7D-2A0C2D24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9BE3E-DF45-620D-56C6-C3A6DAD05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40C8D0-2CCB-00FB-BBBF-98A3F53F0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FE67-DF5E-89D2-CC0E-F1C279EC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52B85-ACCC-C45B-31BC-5BC3DACA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8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80C00-2CED-DBC7-A7F4-7D6098E0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EA66A-2185-A816-7315-5719C6F0F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9E033-E4D6-AA05-F402-9FF8DAEE6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E5C52-1B44-DF63-5ED0-0F39E6EB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79B7A-81A4-8010-FA7F-C6F61F2C0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B6F7D-68CF-DE7E-BF5D-230BEFD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6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2F48-8C9E-35AB-43BE-8BF935B25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24831D-6664-12A6-76BA-5273AB0F6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AF1B-E85A-4CD1-F0F8-8A48D3A1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E4E4C-6006-91EC-55AD-3BCD90CA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C4014-8701-FA27-F327-930F6C88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2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EEF07-C2DB-AD65-BEB5-C088596C42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03CBF-632B-8B5F-A173-ABB25F237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15D6-B0B1-F264-A003-2199C9F5E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2B5E3-EB3B-2A12-00F5-C8DA90296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8EB9-D109-E809-F725-5BF899A3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5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C0617-75FB-E3C1-04A9-1CA4BAA26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DAB7E-7727-077F-6E68-B7A622291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381E3-1A12-EB99-14A2-0398174A6E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106F4-2858-4EDD-A5D6-E95398757E01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81396-5A4D-4C9B-6CF9-764DA337C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F1D35-5A30-762A-7ABD-A7E78FDFF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68B78-FA6D-4A72-A48E-0C7479EE1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7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slide" Target="slide32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slide" Target="slide28.xml"/><Relationship Id="rId2" Type="http://schemas.openxmlformats.org/officeDocument/2006/relationships/image" Target="../media/image9.png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slide" Target="slide18.xml"/><Relationship Id="rId5" Type="http://schemas.openxmlformats.org/officeDocument/2006/relationships/image" Target="../media/image12.png"/><Relationship Id="rId15" Type="http://schemas.openxmlformats.org/officeDocument/2006/relationships/image" Target="../media/image1.png"/><Relationship Id="rId10" Type="http://schemas.openxmlformats.org/officeDocument/2006/relationships/slide" Target="slide14.xml"/><Relationship Id="rId4" Type="http://schemas.openxmlformats.org/officeDocument/2006/relationships/image" Target="../media/image11.png"/><Relationship Id="rId9" Type="http://schemas.openxmlformats.org/officeDocument/2006/relationships/slide" Target="slide9.xml"/><Relationship Id="rId1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image" Target="../media/image16.sv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21.png"/><Relationship Id="rId7" Type="http://schemas.openxmlformats.org/officeDocument/2006/relationships/image" Target="../media/image20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5.svg"/><Relationship Id="rId5" Type="http://schemas.openxmlformats.org/officeDocument/2006/relationships/image" Target="../media/image5.pn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4" Type="http://schemas.openxmlformats.org/officeDocument/2006/relationships/image" Target="../media/image4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image" Target="../media/image21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5.png"/><Relationship Id="rId15" Type="http://schemas.openxmlformats.org/officeDocument/2006/relationships/image" Target="../media/image41.sv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1.png"/><Relationship Id="rId7" Type="http://schemas.openxmlformats.org/officeDocument/2006/relationships/image" Target="../media/image43.sv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svg"/><Relationship Id="rId5" Type="http://schemas.openxmlformats.org/officeDocument/2006/relationships/image" Target="../media/image5.png"/><Relationship Id="rId10" Type="http://schemas.openxmlformats.org/officeDocument/2006/relationships/image" Target="../media/image46.png"/><Relationship Id="rId4" Type="http://schemas.openxmlformats.org/officeDocument/2006/relationships/image" Target="../media/image4.pn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2.png"/><Relationship Id="rId3" Type="http://schemas.openxmlformats.org/officeDocument/2006/relationships/image" Target="../media/image2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5.png"/><Relationship Id="rId10" Type="http://schemas.openxmlformats.org/officeDocument/2006/relationships/image" Target="../media/image48.png"/><Relationship Id="rId4" Type="http://schemas.openxmlformats.org/officeDocument/2006/relationships/image" Target="../media/image4.png"/><Relationship Id="rId9" Type="http://schemas.openxmlformats.org/officeDocument/2006/relationships/image" Target="../media/image47.svg"/><Relationship Id="rId14" Type="http://schemas.openxmlformats.org/officeDocument/2006/relationships/image" Target="../media/image4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wisskyrepo/PayloadsAllTheThings/blob/master/XSS%20Injection/README.md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5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.png"/><Relationship Id="rId10" Type="http://schemas.openxmlformats.org/officeDocument/2006/relationships/image" Target="../media/image43.svg"/><Relationship Id="rId4" Type="http://schemas.openxmlformats.org/officeDocument/2006/relationships/image" Target="../media/image4.png"/><Relationship Id="rId9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1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5.png"/><Relationship Id="rId10" Type="http://schemas.openxmlformats.org/officeDocument/2006/relationships/image" Target="../media/image54.png"/><Relationship Id="rId4" Type="http://schemas.openxmlformats.org/officeDocument/2006/relationships/image" Target="../media/image4.png"/><Relationship Id="rId9" Type="http://schemas.openxmlformats.org/officeDocument/2006/relationships/hyperlink" Target="https://portswigger.net/web-security/cross-site-scripting/reflected/lab-html-context-nothing-encod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5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5.png"/><Relationship Id="rId10" Type="http://schemas.openxmlformats.org/officeDocument/2006/relationships/image" Target="../media/image58.png"/><Relationship Id="rId4" Type="http://schemas.openxmlformats.org/officeDocument/2006/relationships/image" Target="../media/image5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13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46.png"/><Relationship Id="rId12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9.png"/><Relationship Id="rId5" Type="http://schemas.openxmlformats.org/officeDocument/2006/relationships/image" Target="../media/image44.png"/><Relationship Id="rId10" Type="http://schemas.openxmlformats.org/officeDocument/2006/relationships/image" Target="../media/image50.png"/><Relationship Id="rId4" Type="http://schemas.openxmlformats.org/officeDocument/2006/relationships/image" Target="../media/image5.png"/><Relationship Id="rId9" Type="http://schemas.openxmlformats.org/officeDocument/2006/relationships/image" Target="../media/image48.png"/><Relationship Id="rId14" Type="http://schemas.openxmlformats.org/officeDocument/2006/relationships/image" Target="../media/image5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1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5.png"/><Relationship Id="rId10" Type="http://schemas.openxmlformats.org/officeDocument/2006/relationships/image" Target="../media/image60.png"/><Relationship Id="rId4" Type="http://schemas.openxmlformats.org/officeDocument/2006/relationships/image" Target="../media/image4.png"/><Relationship Id="rId9" Type="http://schemas.openxmlformats.org/officeDocument/2006/relationships/hyperlink" Target="https://portswigger.net/web-security/cross-site-scripting/stored/lab-html-context-nothing-encode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4.png"/><Relationship Id="rId7" Type="http://schemas.openxmlformats.org/officeDocument/2006/relationships/diagramData" Target="../diagrams/data1.xml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microsoft.com/office/2007/relationships/diagramDrawing" Target="../diagrams/drawing1.xml"/><Relationship Id="rId5" Type="http://schemas.openxmlformats.org/officeDocument/2006/relationships/image" Target="../media/image61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5.png"/><Relationship Id="rId9" Type="http://schemas.openxmlformats.org/officeDocument/2006/relationships/diagramQuickStyle" Target="../diagrams/quickStyle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44.png"/><Relationship Id="rId12" Type="http://schemas.openxmlformats.org/officeDocument/2006/relationships/image" Target="../media/image64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openxmlformats.org/officeDocument/2006/relationships/image" Target="../media/image63.png"/><Relationship Id="rId5" Type="http://schemas.openxmlformats.org/officeDocument/2006/relationships/image" Target="../media/image61.png"/><Relationship Id="rId10" Type="http://schemas.openxmlformats.org/officeDocument/2006/relationships/image" Target="../media/image50.png"/><Relationship Id="rId4" Type="http://schemas.openxmlformats.org/officeDocument/2006/relationships/image" Target="../media/image5.png"/><Relationship Id="rId9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5" Type="http://schemas.openxmlformats.org/officeDocument/2006/relationships/image" Target="../media/image61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0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hyperlink" Target="https://www.intigriti.com/researchers/blog/hacking-tools/testing-javascript-files-for-bug-bounty-hunter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microsoft.com/office/2007/relationships/hdphoto" Target="../media/hdphoto2.wdp"/><Relationship Id="rId5" Type="http://schemas.openxmlformats.org/officeDocument/2006/relationships/image" Target="../media/image61.png"/><Relationship Id="rId10" Type="http://schemas.openxmlformats.org/officeDocument/2006/relationships/image" Target="../media/image69.png"/><Relationship Id="rId4" Type="http://schemas.openxmlformats.org/officeDocument/2006/relationships/image" Target="../media/image5.png"/><Relationship Id="rId9" Type="http://schemas.openxmlformats.org/officeDocument/2006/relationships/image" Target="../media/image68.svg"/><Relationship Id="rId14" Type="http://schemas.openxmlformats.org/officeDocument/2006/relationships/image" Target="../media/image7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1.png"/><Relationship Id="rId7" Type="http://schemas.openxmlformats.org/officeDocument/2006/relationships/hyperlink" Target="https://portswigger.net/web-security/cross-site-scripting/dom-based/lab-document-write-sink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.png"/><Relationship Id="rId10" Type="http://schemas.openxmlformats.org/officeDocument/2006/relationships/image" Target="../media/image62.svg"/><Relationship Id="rId4" Type="http://schemas.openxmlformats.org/officeDocument/2006/relationships/image" Target="../media/image4.png"/><Relationship Id="rId9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svg"/><Relationship Id="rId3" Type="http://schemas.openxmlformats.org/officeDocument/2006/relationships/image" Target="../media/image4.png"/><Relationship Id="rId7" Type="http://schemas.openxmlformats.org/officeDocument/2006/relationships/image" Target="../media/image73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48.png"/><Relationship Id="rId5" Type="http://schemas.openxmlformats.org/officeDocument/2006/relationships/image" Target="../media/image45.png"/><Relationship Id="rId10" Type="http://schemas.openxmlformats.org/officeDocument/2006/relationships/image" Target="../media/image44.png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6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12" Type="http://schemas.openxmlformats.org/officeDocument/2006/relationships/image" Target="../media/image68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11" Type="http://schemas.openxmlformats.org/officeDocument/2006/relationships/image" Target="../media/image67.png"/><Relationship Id="rId5" Type="http://schemas.openxmlformats.org/officeDocument/2006/relationships/image" Target="../media/image75.png"/><Relationship Id="rId10" Type="http://schemas.openxmlformats.org/officeDocument/2006/relationships/image" Target="../media/image45.png"/><Relationship Id="rId4" Type="http://schemas.openxmlformats.org/officeDocument/2006/relationships/image" Target="../media/image5.png"/><Relationship Id="rId9" Type="http://schemas.openxmlformats.org/officeDocument/2006/relationships/image" Target="../media/image4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svg"/><Relationship Id="rId5" Type="http://schemas.openxmlformats.org/officeDocument/2006/relationships/image" Target="../media/image75.png"/><Relationship Id="rId4" Type="http://schemas.openxmlformats.org/officeDocument/2006/relationships/image" Target="../media/image5.png"/><Relationship Id="rId9" Type="http://schemas.openxmlformats.org/officeDocument/2006/relationships/image" Target="../media/image78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252D6653-D6E2-7C41-6BDB-E7E22A306552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F76777E-B106-311D-5AFE-158298226B6B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050BCF-F3CC-2D10-AE60-55B5775FA22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1DEFA4F-D3EA-4661-F8D4-FAAB65D16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807F7C-4637-0A9C-ACA1-C6F417C35D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D9E59B9-5424-41C3-4E1B-79F4E1C83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CC9453A-7E4C-ADAB-7DB6-41596DA31C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36BEE0B0-433B-36A1-5B99-255920D0EAA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408656-3F4F-6164-1857-9A716F403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DFF4A340-5F14-926E-557C-5F2935B910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CC57082-8FED-3276-8FEE-20DA35BA7F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A437975-3946-77D8-2BBB-CB0769151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BD4B62A-F6A9-3ED1-22F6-9CFC29B54E2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How to Prevent XSS Attacks | PreEmptive">
            <a:extLst>
              <a:ext uri="{FF2B5EF4-FFF2-40B4-BE49-F238E27FC236}">
                <a16:creationId xmlns:a16="http://schemas.microsoft.com/office/drawing/2014/main" id="{0111301C-FCE3-0CC0-81CD-58F9D7581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405" t="15201" r="28898" b="14133"/>
          <a:stretch>
            <a:fillRect/>
          </a:stretch>
        </p:blipFill>
        <p:spPr bwMode="auto">
          <a:xfrm>
            <a:off x="8254761" y="2377186"/>
            <a:ext cx="3276139" cy="290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7DBF6C-F09B-F0DF-B6A8-94097ED82373}"/>
              </a:ext>
            </a:extLst>
          </p:cNvPr>
          <p:cNvSpPr txBox="1"/>
          <p:nvPr/>
        </p:nvSpPr>
        <p:spPr>
          <a:xfrm>
            <a:off x="1107725" y="3192210"/>
            <a:ext cx="69438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accent1"/>
                </a:solidFill>
              </a:rPr>
              <a:t>Cross-site Scripting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0DD75A-9FBE-2243-0936-7686F20CA6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515389" y="0"/>
            <a:ext cx="1161221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77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341C9-CC2B-AD4F-45FD-12BD07CA0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A3C0A9F4-E8C9-F625-6802-1164190C3B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629812-2EF5-86AD-84A7-BB963CD635A5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5B15EA-11DA-C200-E8DE-661A3D19EEB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960B1C1-CC81-A491-063F-4E75FE6B8C0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3FA3022-6F99-58CC-1DCE-2B17C52F23DF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D54A19F-4689-2C0F-5396-5452026DCAA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A8EC2A2-D5C8-A5A5-7E7D-C34CD99D0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667570-E8C1-5C95-302A-204C15BC75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39E67-A4F3-FB72-1488-AF22A6B4E1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3410078F-6D99-58AD-313B-542295CBF9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19" name="Content Placeholder 2">
            <a:extLst>
              <a:ext uri="{FF2B5EF4-FFF2-40B4-BE49-F238E27FC236}">
                <a16:creationId xmlns:a16="http://schemas.microsoft.com/office/drawing/2014/main" id="{3B28D532-F58D-D0CF-87B2-35CF204B53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  <p:pic>
        <p:nvPicPr>
          <p:cNvPr id="24" name="Picture 23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7E6E853E-675A-9F48-B9FE-143517FB25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799C58F-52DC-FAFA-E358-082F9D2CB8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2929" y="626542"/>
            <a:ext cx="9704271" cy="546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930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F925-8514-CDEB-33F8-41EF2B4E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228" y="365125"/>
            <a:ext cx="3059545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4467"/>
                </a:solidFill>
              </a:rPr>
              <a:t>AGENDA</a:t>
            </a:r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7D085659-1F33-5F2B-3FC6-EAD5C83445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2425644"/>
                  </p:ext>
                </p:extLst>
              </p:nvPr>
            </p:nvGraphicFramePr>
            <p:xfrm>
              <a:off x="937268" y="1846687"/>
              <a:ext cx="10343950" cy="3797786"/>
            </p:xfrm>
            <a:graphic>
              <a:graphicData uri="http://schemas.microsoft.com/office/powerpoint/2016/summaryzoom">
                <psuz:summaryZm>
                  <psuz:summaryZmObj sectionId="{CFB0D297-6155-43DD-B426-B812A7014DF9}" offsetFactorX="-27328" offsetFactorY="-22189" scaleFactorX="71177" scaleFactorY="71177">
                    <psuz:zmPr id="{DEFDDDE9-8126-4C6F-9654-FDBF59737608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08262" y="0"/>
                          <a:ext cx="2162509" cy="1216412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summaryZmObj sectionId="{CFCEBDFD-FFC7-4923-84F3-6C42343A9FDC}" offsetFactorY="-21346" scaleFactorX="72864" scaleFactorY="72864">
                    <psuz:zmPr id="{7B17AF83-52D9-4233-A27B-5A857D4C7E99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65093" y="0"/>
                          <a:ext cx="2213764" cy="1245243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summaryZmObj sectionId="{95E90732-BB7B-44D1-8AD5-E678934F8A21}" offsetFactorX="25600" offsetFactorY="-20461" scaleFactorX="74633" scaleFactorY="74633">
                    <psuz:zmPr id="{75D6179F-C3EE-4748-9049-80EDD97C0CB0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968164" y="0"/>
                          <a:ext cx="2267524" cy="1275482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summaryZmObj sectionId="{82D97319-A616-4423-9E7B-83BFFC3BFD05}" offsetFactorX="232063" offsetFactorY="5568" scaleFactorX="71661" scaleFactorY="71661">
                    <psuz:zmPr id="{39EEAC26-0E26-40AB-AB0B-1A923E5FFDCF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981803" y="2293184"/>
                          <a:ext cx="2177211" cy="1224683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summaryZmObj sectionId="{22F3635D-C98D-4B87-9D45-A0C98E6FB8EE}" offsetFactorY="5921" scaleFactorX="75323" scaleFactorY="75323">
                    <psuz:zmPr id="{CBAF80B7-9029-41D6-AFAD-4093B9A48A77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27735" y="2267920"/>
                          <a:ext cx="2288480" cy="1287270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summaryZmObj sectionId="{54F89F33-D273-401B-A458-84AA97397DC5}" offsetFactorX="-233261" offsetFactorY="4886" scaleFactorX="71934" scaleFactorY="71934">
                    <psuz:zmPr id="{FD1C756E-E0B2-4FA7-985A-04C8C8340BE0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44382" y="2279177"/>
                          <a:ext cx="2185534" cy="1229360"/>
                        </a:xfrm>
                        <a:prstGeom prst="roundRect">
                          <a:avLst>
                            <a:gd name="adj" fmla="val 8594"/>
                          </a:avLst>
                        </a:prstGeom>
                        <a:solidFill>
                          <a:srgbClr val="FFFFFF">
                            <a:shade val="85000"/>
                          </a:srgbClr>
                        </a:solidFill>
                        <a:ln>
                          <a:noFill/>
                        </a:ln>
                        <a:effectLst>
                          <a:reflection blurRad="12700" stA="38000" endPos="28000" dist="5000" dir="5400000" sy="-100000" algn="bl" rotWithShape="0"/>
                        </a:effectLst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7D085659-1F33-5F2B-3FC6-EAD5C8344504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937268" y="1846687"/>
                <a:ext cx="10343950" cy="3797786"/>
                <a:chOff x="937268" y="1846687"/>
                <a:chExt cx="10343950" cy="3797786"/>
              </a:xfrm>
            </p:grpSpPr>
            <p:pic>
              <p:nvPicPr>
                <p:cNvPr id="6" name="Picture 6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45530" y="1846687"/>
                  <a:ext cx="2162509" cy="1216412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7" name="Picture 7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02361" y="1846687"/>
                  <a:ext cx="2213764" cy="1245243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8" name="Picture 8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905432" y="1846687"/>
                  <a:ext cx="2267524" cy="1275482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9" name="Picture 9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19071" y="4139871"/>
                  <a:ext cx="2177211" cy="1224683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10" name="Picture 10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5003" y="4114607"/>
                  <a:ext cx="2288480" cy="1287270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  <p:pic>
              <p:nvPicPr>
                <p:cNvPr id="11" name="Picture 11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1650" y="4125864"/>
                  <a:ext cx="2185534" cy="1229360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7006F64-3778-1462-B3DE-6F6720851CE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D38B06-9837-1BC3-4C75-4027E4B8B200}"/>
              </a:ext>
            </a:extLst>
          </p:cNvPr>
          <p:cNvGrpSpPr/>
          <p:nvPr/>
        </p:nvGrpSpPr>
        <p:grpSpPr>
          <a:xfrm rot="10800000" flipH="1">
            <a:off x="9994434" y="207226"/>
            <a:ext cx="2074063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C81186-C73D-D358-DF76-5982DFE62D70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24883E9-0C3A-D124-B5F5-96F891E80D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DD04AC4-2F32-7204-F0AF-B2EA6111D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B3D266A-F585-52A3-4E7C-3026F81AE9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3602181-4E08-571C-15F4-A2D5E59F548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95160" y="229787"/>
            <a:ext cx="684216" cy="942872"/>
          </a:xfrm>
          <a:prstGeom prst="rect">
            <a:avLst/>
          </a:prstGeom>
        </p:spPr>
      </p:pic>
      <p:pic>
        <p:nvPicPr>
          <p:cNvPr id="20" name="Picture 1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B9C82488-999A-B8E6-5785-899D9EC71AF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047" y="5869105"/>
            <a:ext cx="2272479" cy="961732"/>
          </a:xfrm>
          <a:prstGeom prst="rect">
            <a:avLst/>
          </a:prstGeom>
        </p:spPr>
      </p:pic>
      <p:pic>
        <p:nvPicPr>
          <p:cNvPr id="22" name="Content Placeholder 2">
            <a:extLst>
              <a:ext uri="{FF2B5EF4-FFF2-40B4-BE49-F238E27FC236}">
                <a16:creationId xmlns:a16="http://schemas.microsoft.com/office/drawing/2014/main" id="{78009FEC-BA38-0D9E-C577-1E3DEFBCC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" y="5779604"/>
            <a:ext cx="1495425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9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306645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31" name="Graphic 30" descr="Lightbulb and gear with solid fill">
            <a:extLst>
              <a:ext uri="{FF2B5EF4-FFF2-40B4-BE49-F238E27FC236}">
                <a16:creationId xmlns:a16="http://schemas.microsoft.com/office/drawing/2014/main" id="{870A3364-CE55-AD9F-5A51-28DCE7B4F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471441" y="3881231"/>
            <a:ext cx="914400" cy="914400"/>
          </a:xfrm>
          <a:prstGeom prst="rect">
            <a:avLst/>
          </a:prstGeom>
        </p:spPr>
      </p:pic>
      <p:pic>
        <p:nvPicPr>
          <p:cNvPr id="33" name="Graphic 32" descr="Question Mark with solid fill">
            <a:extLst>
              <a:ext uri="{FF2B5EF4-FFF2-40B4-BE49-F238E27FC236}">
                <a16:creationId xmlns:a16="http://schemas.microsoft.com/office/drawing/2014/main" id="{0FD58A47-C1D0-3912-33C0-2432D030DB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38602" y="3881231"/>
            <a:ext cx="914400" cy="914400"/>
          </a:xfrm>
          <a:prstGeom prst="rect">
            <a:avLst/>
          </a:prstGeom>
        </p:spPr>
      </p:pic>
      <p:pic>
        <p:nvPicPr>
          <p:cNvPr id="35" name="Graphic 34" descr="Single gear with solid fill">
            <a:extLst>
              <a:ext uri="{FF2B5EF4-FFF2-40B4-BE49-F238E27FC236}">
                <a16:creationId xmlns:a16="http://schemas.microsoft.com/office/drawing/2014/main" id="{FC9769DC-8B4C-BF5C-DFE6-440FC42A94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5022" y="3881231"/>
            <a:ext cx="914400" cy="914400"/>
          </a:xfrm>
          <a:prstGeom prst="rect">
            <a:avLst/>
          </a:prstGeom>
        </p:spPr>
      </p:pic>
      <p:pic>
        <p:nvPicPr>
          <p:cNvPr id="12" name="Picture 1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76F961E-83D1-1101-86CB-56E17285FBD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041EA84-A298-16D8-AD79-0A95010ABD73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F3D3C9-98C7-5152-BD58-A56460CEB12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060DAA4-961F-3693-922B-2B6ABA25E1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5BC990-5770-B19D-548A-D2811C6FB8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417626B-0301-901D-CA5B-6284E262A6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C602EC-EE09-6517-6268-36A77B280051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46366B-75F0-47AE-811B-E7D28CEFD4E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B2F35DB-7A94-E9A2-FBD2-E27AEA39E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D4C6A8C-3BEA-AD66-BB78-EE1D9BDF68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847559-47D7-BC90-1A51-59D4439280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B72F4C4-64BF-0243-8738-68DB195C8D72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234F8E6-5765-9811-93FF-FF7572DE9E55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031A620-B7E9-BEDA-3098-AB336D81FD0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41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EAECFE17-3A5D-33D9-CF6B-12EF3DE62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019" y="396915"/>
            <a:ext cx="2036304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</a:t>
            </a:r>
          </a:p>
        </p:txBody>
      </p:sp>
      <p:pic>
        <p:nvPicPr>
          <p:cNvPr id="6" name="Graphic 5" descr="Question Mark with solid fill">
            <a:extLst>
              <a:ext uri="{FF2B5EF4-FFF2-40B4-BE49-F238E27FC236}">
                <a16:creationId xmlns:a16="http://schemas.microsoft.com/office/drawing/2014/main" id="{E7397E5C-5EAD-BECD-D623-4FF30A3E41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10268" y="592444"/>
            <a:ext cx="731296" cy="7312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3E265B-3E66-CE3D-E373-8DC924A31E55}"/>
              </a:ext>
            </a:extLst>
          </p:cNvPr>
          <p:cNvSpPr txBox="1"/>
          <p:nvPr/>
        </p:nvSpPr>
        <p:spPr>
          <a:xfrm>
            <a:off x="809587" y="2809786"/>
            <a:ext cx="10572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Injecting</a:t>
            </a:r>
            <a:r>
              <a:rPr lang="en-US" sz="3600" dirty="0">
                <a:solidFill>
                  <a:schemeClr val="bg1"/>
                </a:solidFill>
              </a:rPr>
              <a:t> and </a:t>
            </a:r>
            <a:r>
              <a:rPr lang="en-US" sz="3600" b="1" dirty="0">
                <a:solidFill>
                  <a:schemeClr val="bg1"/>
                </a:solidFill>
              </a:rPr>
              <a:t>executing</a:t>
            </a:r>
            <a:r>
              <a:rPr lang="en-US" sz="3600" dirty="0">
                <a:solidFill>
                  <a:schemeClr val="bg1"/>
                </a:solidFill>
              </a:rPr>
              <a:t> malicious JavaScript code in victim's browser</a:t>
            </a:r>
          </a:p>
        </p:txBody>
      </p:sp>
    </p:spTree>
    <p:extLst>
      <p:ext uri="{BB962C8B-B14F-4D97-AF65-F5344CB8AC3E}">
        <p14:creationId xmlns:p14="http://schemas.microsoft.com/office/powerpoint/2010/main" val="3472686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61ADD-2567-3DBB-D889-4C1D828AE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A92D1D4-FA4D-91AD-6D1C-9C554BCBD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7FA9938-77D8-CA41-27E8-D311316CCB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D0314A6-BE98-6166-30CF-2B2D0396CE65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1E766EC-B179-8A37-5309-515764845A1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6509854-6AAA-D355-1259-EE7E39E8BA4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02B2537-0034-E12B-FE64-92B3AC40FB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B39D495-EA8E-D651-7E9A-B344ECDE88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83C50B-8E81-C7C2-36FB-0998218E3D3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5EB077-50BF-9500-141D-3BAF334CF6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71CD346F-E8A4-EA2B-B6D1-A4997745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019" y="396915"/>
            <a:ext cx="2036304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HOW</a:t>
            </a:r>
          </a:p>
        </p:txBody>
      </p:sp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5AEEC69C-46FC-B011-9E82-644F125FB9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10268" y="592444"/>
            <a:ext cx="731296" cy="73129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F275F24-56F6-9F5A-DC4F-C1E04A60F7B0}"/>
              </a:ext>
            </a:extLst>
          </p:cNvPr>
          <p:cNvGrpSpPr/>
          <p:nvPr/>
        </p:nvGrpSpPr>
        <p:grpSpPr>
          <a:xfrm>
            <a:off x="841884" y="2118276"/>
            <a:ext cx="5883498" cy="569098"/>
            <a:chOff x="841884" y="2118276"/>
            <a:chExt cx="5883498" cy="569098"/>
          </a:xfrm>
        </p:grpSpPr>
        <p:pic>
          <p:nvPicPr>
            <p:cNvPr id="5" name="Graphic 4" descr="Badge 1 outline">
              <a:extLst>
                <a:ext uri="{FF2B5EF4-FFF2-40B4-BE49-F238E27FC236}">
                  <a16:creationId xmlns:a16="http://schemas.microsoft.com/office/drawing/2014/main" id="{422B9018-8F66-C8DF-8C35-EC426083A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41884" y="2118276"/>
              <a:ext cx="569098" cy="56909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4E1304F-7B89-C5E2-BA16-1CC4DC91ABCE}"/>
                </a:ext>
              </a:extLst>
            </p:cNvPr>
            <p:cNvSpPr txBox="1"/>
            <p:nvPr/>
          </p:nvSpPr>
          <p:spPr>
            <a:xfrm>
              <a:off x="1639581" y="2180170"/>
              <a:ext cx="5085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Vulnerable page accepts parameter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F9957456-631C-F02C-E11E-0AB33BA53755}"/>
              </a:ext>
            </a:extLst>
          </p:cNvPr>
          <p:cNvSpPr/>
          <p:nvPr/>
        </p:nvSpPr>
        <p:spPr>
          <a:xfrm>
            <a:off x="7042104" y="2200567"/>
            <a:ext cx="3872255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http://vuln.com?search=abc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D02ECA3-BD3B-5FC9-E12D-9567BE929EAB}"/>
              </a:ext>
            </a:extLst>
          </p:cNvPr>
          <p:cNvGrpSpPr/>
          <p:nvPr/>
        </p:nvGrpSpPr>
        <p:grpSpPr>
          <a:xfrm>
            <a:off x="841884" y="3069507"/>
            <a:ext cx="5883498" cy="569098"/>
            <a:chOff x="841884" y="3069507"/>
            <a:chExt cx="5883498" cy="569098"/>
          </a:xfrm>
        </p:grpSpPr>
        <p:pic>
          <p:nvPicPr>
            <p:cNvPr id="17" name="Graphic 16" descr="Badge outline">
              <a:extLst>
                <a:ext uri="{FF2B5EF4-FFF2-40B4-BE49-F238E27FC236}">
                  <a16:creationId xmlns:a16="http://schemas.microsoft.com/office/drawing/2014/main" id="{F6B56520-BE12-7E58-BC87-75A5BDB7DA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841884" y="3069507"/>
              <a:ext cx="569098" cy="569098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BD03D2-F945-4438-9FDC-27A67D9242B1}"/>
                </a:ext>
              </a:extLst>
            </p:cNvPr>
            <p:cNvSpPr txBox="1"/>
            <p:nvPr/>
          </p:nvSpPr>
          <p:spPr>
            <a:xfrm>
              <a:off x="1639581" y="3127530"/>
              <a:ext cx="5085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Attacker injects malicious payload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8D55D5EA-6CB3-ADCD-7979-972F23C1603F}"/>
              </a:ext>
            </a:extLst>
          </p:cNvPr>
          <p:cNvSpPr/>
          <p:nvPr/>
        </p:nvSpPr>
        <p:spPr>
          <a:xfrm>
            <a:off x="7042105" y="3143765"/>
            <a:ext cx="3948276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</a:t>
            </a:r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malicious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2BE2DD9-C428-A292-CD35-83AE500B9A95}"/>
              </a:ext>
            </a:extLst>
          </p:cNvPr>
          <p:cNvGrpSpPr/>
          <p:nvPr/>
        </p:nvGrpSpPr>
        <p:grpSpPr>
          <a:xfrm>
            <a:off x="841884" y="4020738"/>
            <a:ext cx="6035166" cy="569098"/>
            <a:chOff x="841884" y="4020738"/>
            <a:chExt cx="6035166" cy="569098"/>
          </a:xfrm>
        </p:grpSpPr>
        <p:pic>
          <p:nvPicPr>
            <p:cNvPr id="25" name="Graphic 24" descr="Badge 3 outline">
              <a:extLst>
                <a:ext uri="{FF2B5EF4-FFF2-40B4-BE49-F238E27FC236}">
                  <a16:creationId xmlns:a16="http://schemas.microsoft.com/office/drawing/2014/main" id="{217ED75A-5EFA-55B2-68C3-6883671C1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841884" y="4020738"/>
              <a:ext cx="569098" cy="569098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CB05FC0-8C33-F8F8-91F2-AEC80F8AE46D}"/>
                </a:ext>
              </a:extLst>
            </p:cNvPr>
            <p:cNvSpPr txBox="1"/>
            <p:nvPr/>
          </p:nvSpPr>
          <p:spPr>
            <a:xfrm>
              <a:off x="1639581" y="4074890"/>
              <a:ext cx="52374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Victim clicks on (visits) malicious URL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CFB2478-F72B-92D9-7915-8A6777D9B16F}"/>
              </a:ext>
            </a:extLst>
          </p:cNvPr>
          <p:cNvSpPr/>
          <p:nvPr/>
        </p:nvSpPr>
        <p:spPr>
          <a:xfrm>
            <a:off x="7291783" y="4143985"/>
            <a:ext cx="3073440" cy="35937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http://vuln.com?search=malicious</a:t>
            </a:r>
          </a:p>
        </p:txBody>
      </p:sp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172FF2EE-04EF-02BD-EDC7-26AD8E84343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58443" y="4152529"/>
            <a:ext cx="914400" cy="914400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0756715-DD14-28BC-7A15-AB14343B2A3E}"/>
              </a:ext>
            </a:extLst>
          </p:cNvPr>
          <p:cNvGrpSpPr/>
          <p:nvPr/>
        </p:nvGrpSpPr>
        <p:grpSpPr>
          <a:xfrm>
            <a:off x="841884" y="4971968"/>
            <a:ext cx="7911591" cy="569098"/>
            <a:chOff x="841884" y="4971968"/>
            <a:chExt cx="7911591" cy="569098"/>
          </a:xfrm>
        </p:grpSpPr>
        <p:pic>
          <p:nvPicPr>
            <p:cNvPr id="30" name="Graphic 29" descr="Badge 4 outline">
              <a:extLst>
                <a:ext uri="{FF2B5EF4-FFF2-40B4-BE49-F238E27FC236}">
                  <a16:creationId xmlns:a16="http://schemas.microsoft.com/office/drawing/2014/main" id="{3AE46355-E857-22E2-9C9B-AF167142D8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>
              <a:off x="841884" y="4971968"/>
              <a:ext cx="569098" cy="56909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0B2D25F-6BA9-EE55-790F-3B17DEE94FE3}"/>
                </a:ext>
              </a:extLst>
            </p:cNvPr>
            <p:cNvSpPr txBox="1"/>
            <p:nvPr/>
          </p:nvSpPr>
          <p:spPr>
            <a:xfrm>
              <a:off x="1639581" y="5022251"/>
              <a:ext cx="7113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bg1"/>
                  </a:solidFill>
                </a:rPr>
                <a:t>Malicious JavaScript gets executed in victim browser</a:t>
              </a: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094627-83E6-1087-8568-6AF27D4159F2}"/>
              </a:ext>
            </a:extLst>
          </p:cNvPr>
          <p:cNvSpPr/>
          <p:nvPr/>
        </p:nvSpPr>
        <p:spPr>
          <a:xfrm>
            <a:off x="5375564" y="6286501"/>
            <a:ext cx="1422400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02918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1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A5DE0-B1E1-5327-84C0-1002ACA18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71972D-88C1-4D21-DA38-A345E3F1E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A8378DD-6A62-D8C9-3E76-D6424BAB34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07884CC-78B2-C320-D7A7-CB3E2B3E158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F043CCC-6537-36D1-63F4-965AA8C5CA7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DF62F9-A80B-E8CD-DD09-8AC301604455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4F46D7D-1EA9-CF91-E573-A55D2C6C4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B9F5D93-A63B-E077-A5E9-2F27A905BC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CFCC16A-A8A6-EA3E-1CC1-DD9F8756B08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C28B0A-089C-7584-37DF-541BD0441F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763A23D0-00C4-8902-0F47-19030D70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019" y="396915"/>
            <a:ext cx="2036304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WHY</a:t>
            </a:r>
          </a:p>
        </p:txBody>
      </p:sp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8C531509-C630-618D-6F50-83661FE50D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10268" y="592444"/>
            <a:ext cx="731296" cy="7312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441D30-0A47-0A03-2B05-0A1423542081}"/>
              </a:ext>
            </a:extLst>
          </p:cNvPr>
          <p:cNvSpPr txBox="1"/>
          <p:nvPr/>
        </p:nvSpPr>
        <p:spPr>
          <a:xfrm>
            <a:off x="4745382" y="3365499"/>
            <a:ext cx="2962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Session Hijacking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24C2DF-892A-6636-08AB-FE74AAB3DF0A}"/>
              </a:ext>
            </a:extLst>
          </p:cNvPr>
          <p:cNvSpPr txBox="1"/>
          <p:nvPr/>
        </p:nvSpPr>
        <p:spPr>
          <a:xfrm>
            <a:off x="1348723" y="2652096"/>
            <a:ext cx="2788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Account Takeover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35BABD-DFA7-234B-C8D7-82B9FEC85491}"/>
              </a:ext>
            </a:extLst>
          </p:cNvPr>
          <p:cNvSpPr txBox="1"/>
          <p:nvPr/>
        </p:nvSpPr>
        <p:spPr>
          <a:xfrm>
            <a:off x="4367777" y="4689239"/>
            <a:ext cx="20601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dirty="0">
                <a:solidFill>
                  <a:schemeClr val="bg1"/>
                </a:solidFill>
              </a:rPr>
              <a:t>CSRF Bypass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ACDDB08-9A98-C10D-6EE8-C13B8B4818DB}"/>
              </a:ext>
            </a:extLst>
          </p:cNvPr>
          <p:cNvSpPr txBox="1"/>
          <p:nvPr/>
        </p:nvSpPr>
        <p:spPr>
          <a:xfrm>
            <a:off x="8345594" y="2205003"/>
            <a:ext cx="2465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Credential Harvesting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A95A72-49FE-AB41-F756-CB60CBBCF041}"/>
              </a:ext>
            </a:extLst>
          </p:cNvPr>
          <p:cNvSpPr txBox="1"/>
          <p:nvPr/>
        </p:nvSpPr>
        <p:spPr>
          <a:xfrm>
            <a:off x="7936256" y="4021238"/>
            <a:ext cx="2686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Admin Panel Abuse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37D1AA-42BA-BD84-47CD-C8854CAD508D}"/>
              </a:ext>
            </a:extLst>
          </p:cNvPr>
          <p:cNvSpPr txBox="1"/>
          <p:nvPr/>
        </p:nvSpPr>
        <p:spPr>
          <a:xfrm>
            <a:off x="6746477" y="5680566"/>
            <a:ext cx="25328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Data Exfiltration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64EF395-7A55-A3EA-40C5-385B191228B5}"/>
              </a:ext>
            </a:extLst>
          </p:cNvPr>
          <p:cNvSpPr txBox="1"/>
          <p:nvPr/>
        </p:nvSpPr>
        <p:spPr>
          <a:xfrm>
            <a:off x="1791062" y="5083852"/>
            <a:ext cx="2345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Internal Systems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F43D9-F14F-986D-F500-DEE3FD25C243}"/>
              </a:ext>
            </a:extLst>
          </p:cNvPr>
          <p:cNvSpPr txBox="1"/>
          <p:nvPr/>
        </p:nvSpPr>
        <p:spPr>
          <a:xfrm>
            <a:off x="4917531" y="2261842"/>
            <a:ext cx="259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Malware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59143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7" grpId="0"/>
      <p:bldP spid="39" grpId="0"/>
      <p:bldP spid="41" grpId="0"/>
      <p:bldP spid="43" grpId="0"/>
      <p:bldP spid="46" grpId="0"/>
      <p:bldP spid="48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28D2F-8DB3-A2C4-5C22-7A6E751B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696D65A-8302-67A3-B6C0-4172973F1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1F87748-E44B-30C8-7D2D-DE8024BDD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15A6AC4-833F-6C5E-6E6F-F709D10162BA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AF6C360-BB7E-932E-7908-72DC592749F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52F108-ECF0-7E42-7FAF-7C7478243C26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9330ECA-1DBC-6861-C1C2-ADDA32DDDE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2AD2058-867B-7876-33B4-B379CB8C6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94E5C57-8C0E-47B5-0AE5-9FC79BA2F4B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60EEED-82AB-0D8C-9DBD-25487EF2B2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1067D735-D292-0698-CD1C-5567840A8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3019" y="396915"/>
            <a:ext cx="2036304" cy="1122355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TYPES</a:t>
            </a:r>
          </a:p>
        </p:txBody>
      </p:sp>
      <p:pic>
        <p:nvPicPr>
          <p:cNvPr id="6" name="Graphic 5" descr="Basic Shapes with solid fill">
            <a:extLst>
              <a:ext uri="{FF2B5EF4-FFF2-40B4-BE49-F238E27FC236}">
                <a16:creationId xmlns:a16="http://schemas.microsoft.com/office/drawing/2014/main" id="{EE22BC19-5A66-BD69-82C2-CF48E4EF36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10268" y="592444"/>
            <a:ext cx="731296" cy="7312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42408137-36F0-D624-2DDD-89ED15EE9AD5}"/>
              </a:ext>
            </a:extLst>
          </p:cNvPr>
          <p:cNvGrpSpPr/>
          <p:nvPr/>
        </p:nvGrpSpPr>
        <p:grpSpPr>
          <a:xfrm>
            <a:off x="1454900" y="2509652"/>
            <a:ext cx="3676474" cy="1122355"/>
            <a:chOff x="1454900" y="2509652"/>
            <a:chExt cx="3676474" cy="112235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CF1C45D-45A4-A5BB-FBF6-FF4BC20D4953}"/>
                </a:ext>
              </a:extLst>
            </p:cNvPr>
            <p:cNvSpPr/>
            <p:nvPr/>
          </p:nvSpPr>
          <p:spPr>
            <a:xfrm>
              <a:off x="1454900" y="2509652"/>
              <a:ext cx="3676474" cy="112235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Reflected</a:t>
              </a:r>
              <a:endPara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1" name="Graphic 20" descr="Transfer with solid fill">
              <a:extLst>
                <a:ext uri="{FF2B5EF4-FFF2-40B4-BE49-F238E27FC236}">
                  <a16:creationId xmlns:a16="http://schemas.microsoft.com/office/drawing/2014/main" id="{3F294BBA-B575-EE8D-FB1B-7E2E124BB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V="1">
              <a:off x="1687017" y="2827109"/>
              <a:ext cx="484684" cy="484684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CEC64E-129E-51B0-B44E-57627419FA47}"/>
              </a:ext>
            </a:extLst>
          </p:cNvPr>
          <p:cNvGrpSpPr/>
          <p:nvPr/>
        </p:nvGrpSpPr>
        <p:grpSpPr>
          <a:xfrm>
            <a:off x="2329657" y="3951524"/>
            <a:ext cx="3676474" cy="1122355"/>
            <a:chOff x="2329657" y="3951524"/>
            <a:chExt cx="3676474" cy="1122355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A565D92-B519-8AF4-41D3-A9414A6BB15B}"/>
                </a:ext>
              </a:extLst>
            </p:cNvPr>
            <p:cNvSpPr/>
            <p:nvPr/>
          </p:nvSpPr>
          <p:spPr>
            <a:xfrm>
              <a:off x="2329657" y="3951524"/>
              <a:ext cx="3676474" cy="112235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Stored</a:t>
              </a:r>
              <a:endPara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5" name="Graphic 24" descr="Database with solid fill">
              <a:extLst>
                <a:ext uri="{FF2B5EF4-FFF2-40B4-BE49-F238E27FC236}">
                  <a16:creationId xmlns:a16="http://schemas.microsoft.com/office/drawing/2014/main" id="{0AB6FF67-88BA-2F34-FCEB-8148F4864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2601417" y="4264025"/>
              <a:ext cx="484684" cy="484684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9E8679-71E0-F9B6-8B5A-AEDF097B9399}"/>
              </a:ext>
            </a:extLst>
          </p:cNvPr>
          <p:cNvGrpSpPr/>
          <p:nvPr/>
        </p:nvGrpSpPr>
        <p:grpSpPr>
          <a:xfrm>
            <a:off x="6331902" y="3951523"/>
            <a:ext cx="3676474" cy="1122355"/>
            <a:chOff x="6331902" y="3951523"/>
            <a:chExt cx="3676474" cy="112235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30E880C-92F9-893C-5590-6F0F8DEACF56}"/>
                </a:ext>
              </a:extLst>
            </p:cNvPr>
            <p:cNvSpPr/>
            <p:nvPr/>
          </p:nvSpPr>
          <p:spPr>
            <a:xfrm>
              <a:off x="6331902" y="3951523"/>
              <a:ext cx="3676474" cy="112235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DOM</a:t>
              </a:r>
              <a:endPara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6" name="Graphic 25" descr="Hierarchy with solid fill">
              <a:extLst>
                <a:ext uri="{FF2B5EF4-FFF2-40B4-BE49-F238E27FC236}">
                  <a16:creationId xmlns:a16="http://schemas.microsoft.com/office/drawing/2014/main" id="{F869D845-AC66-DC09-0494-BE5F0BF40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6611512" y="4259759"/>
              <a:ext cx="484684" cy="484684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8F664BC-8BB2-83B8-B658-E99CD1746489}"/>
              </a:ext>
            </a:extLst>
          </p:cNvPr>
          <p:cNvGrpSpPr/>
          <p:nvPr/>
        </p:nvGrpSpPr>
        <p:grpSpPr>
          <a:xfrm>
            <a:off x="7131748" y="2509650"/>
            <a:ext cx="3676474" cy="1122355"/>
            <a:chOff x="7131748" y="2509650"/>
            <a:chExt cx="3676474" cy="112235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04A2C51-E2D3-EF41-DDC6-27098977B896}"/>
                </a:ext>
              </a:extLst>
            </p:cNvPr>
            <p:cNvSpPr/>
            <p:nvPr/>
          </p:nvSpPr>
          <p:spPr>
            <a:xfrm>
              <a:off x="7131748" y="2509650"/>
              <a:ext cx="3676474" cy="1122355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Blind</a:t>
              </a:r>
              <a:endPara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7" name="Graphic 26" descr="Blind with solid fill">
              <a:extLst>
                <a:ext uri="{FF2B5EF4-FFF2-40B4-BE49-F238E27FC236}">
                  <a16:creationId xmlns:a16="http://schemas.microsoft.com/office/drawing/2014/main" id="{322C3282-DDB3-BE8A-9DB7-25208B94E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7346608" y="2827109"/>
              <a:ext cx="484684" cy="48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9923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94B98C-DCE3-30C8-5F67-9DE50211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FB8064C6-0183-7358-4B49-B5ED0D80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306645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Reflected XSS</a:t>
            </a:r>
          </a:p>
        </p:txBody>
      </p:sp>
      <p:pic>
        <p:nvPicPr>
          <p:cNvPr id="35" name="Graphic 34" descr="Transfer with solid fill">
            <a:extLst>
              <a:ext uri="{FF2B5EF4-FFF2-40B4-BE49-F238E27FC236}">
                <a16:creationId xmlns:a16="http://schemas.microsoft.com/office/drawing/2014/main" id="{51D52586-6F2D-0406-DF06-E1AAF6C5B3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V="1">
            <a:off x="5605022" y="3881231"/>
            <a:ext cx="914400" cy="914400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F459F601-9D66-5568-6B8C-D5E3414D7D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0E98F66-A33B-4E37-3E07-56850947736C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E71A0B3-FAB7-7B50-BFBE-CF56FB24328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07D5CBA-03D8-EAC4-0CBC-396CDD110D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51AA2D7-BED1-F55B-4465-A8ED9DB34A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A030DF-778B-3BA8-864A-1AE5255CC3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FFFAF56-4A31-D38D-7AC5-200368B3DDB2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E22EAE9-99BA-CF80-B02A-0F5D034DAD8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62F8CFA-5B23-3F69-D722-1D06427CB7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08ECF18-395A-221B-C567-F179C3CE6F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3AE9823-2C04-B5D9-EBBC-DD66971B5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E602137-895C-168B-024E-3E0633BC2561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6DEA27A6-CEC5-831E-7EEA-6247DCBA5253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88073FA7-CFE2-6CA0-A1B7-DB922F7D6D9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523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CA1B7-9A5C-D8C3-1565-F5C013B3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E4237FD-CF71-57EC-51DD-C389F7E3C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3DFD595-6E6B-034E-5414-19D9A4FC0A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1777ECC-3533-8864-7D11-37584BBA869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9C19A38-7AA0-B175-9A57-7C514F3C960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F8D3C7A-39C8-27A0-388C-AC8C3A42F2BE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5A35538-4786-E0A6-E0E1-9BD01D829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6FEF553-3276-A1DE-E49C-51771C64F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408EB0C-37B3-EAD6-2E45-3B6DC4C4A18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F32D88-98F6-DF8A-A079-D113486E7D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6" name="Graphic 5" descr="Transfer with solid fill">
            <a:extLst>
              <a:ext uri="{FF2B5EF4-FFF2-40B4-BE49-F238E27FC236}">
                <a16:creationId xmlns:a16="http://schemas.microsoft.com/office/drawing/2014/main" id="{9A0C0370-B6ED-7F9C-B1FE-C167878886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flipV="1">
            <a:off x="4522344" y="592444"/>
            <a:ext cx="731296" cy="731296"/>
          </a:xfrm>
          <a:prstGeom prst="rect">
            <a:avLst/>
          </a:prstGeom>
        </p:spPr>
      </p:pic>
      <p:sp>
        <p:nvSpPr>
          <p:cNvPr id="4" name="Title 23">
            <a:extLst>
              <a:ext uri="{FF2B5EF4-FFF2-40B4-BE49-F238E27FC236}">
                <a16:creationId xmlns:a16="http://schemas.microsoft.com/office/drawing/2014/main" id="{BA47765C-BCB6-8C12-6CDA-CC79917E96C0}"/>
              </a:ext>
            </a:extLst>
          </p:cNvPr>
          <p:cNvSpPr txBox="1">
            <a:spLocks/>
          </p:cNvSpPr>
          <p:nvPr/>
        </p:nvSpPr>
        <p:spPr>
          <a:xfrm>
            <a:off x="5232615" y="396915"/>
            <a:ext cx="358114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Reflected XSS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8D5C0D2-61CE-9573-A99C-A873FF7533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6241" y="2543974"/>
            <a:ext cx="1292673" cy="12926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F8ED238-8B2C-4878-4A97-6EBB13E155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5311" y="2696110"/>
            <a:ext cx="1060108" cy="1060108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2E68FFF3-45FF-FC77-21C2-A4DA383B4854}"/>
              </a:ext>
            </a:extLst>
          </p:cNvPr>
          <p:cNvGrpSpPr/>
          <p:nvPr/>
        </p:nvGrpSpPr>
        <p:grpSpPr>
          <a:xfrm>
            <a:off x="2854035" y="2893862"/>
            <a:ext cx="1874982" cy="353221"/>
            <a:chOff x="2798619" y="3300259"/>
            <a:chExt cx="1874982" cy="35322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C01F620-FA07-41D7-3652-D266D1B6D4F4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53892B-D3DD-67E1-C0B6-2808A33F2887}"/>
                </a:ext>
              </a:extLst>
            </p:cNvPr>
            <p:cNvSpPr txBox="1"/>
            <p:nvPr/>
          </p:nvSpPr>
          <p:spPr>
            <a:xfrm>
              <a:off x="3243369" y="3300259"/>
              <a:ext cx="985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visits URL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08D629B8-BE4B-226E-923B-E35CA14F2153}"/>
              </a:ext>
            </a:extLst>
          </p:cNvPr>
          <p:cNvSpPr/>
          <p:nvPr/>
        </p:nvSpPr>
        <p:spPr>
          <a:xfrm>
            <a:off x="2706598" y="3492402"/>
            <a:ext cx="2244041" cy="2508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http://vuln.com?search=cats</a:t>
            </a:r>
            <a:endParaRPr lang="en-US" sz="1000" b="1" dirty="0">
              <a:solidFill>
                <a:srgbClr val="C00000"/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5CE3C6DB-D471-1180-3B72-52A9102D8C34}"/>
              </a:ext>
            </a:extLst>
          </p:cNvPr>
          <p:cNvGrpSpPr/>
          <p:nvPr/>
        </p:nvGrpSpPr>
        <p:grpSpPr>
          <a:xfrm>
            <a:off x="7148559" y="2783612"/>
            <a:ext cx="1911927" cy="456043"/>
            <a:chOff x="7148558" y="2844216"/>
            <a:chExt cx="1911927" cy="456043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39ADD02-899B-A2BA-1C60-0C80B61B48C1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58" y="3300259"/>
              <a:ext cx="191192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6D7E90A-6C83-2684-8728-6C1B606DED70}"/>
                </a:ext>
              </a:extLst>
            </p:cNvPr>
            <p:cNvSpPr txBox="1"/>
            <p:nvPr/>
          </p:nvSpPr>
          <p:spPr>
            <a:xfrm>
              <a:off x="7544733" y="2844216"/>
              <a:ext cx="1292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GET</a:t>
              </a:r>
              <a:r>
                <a:rPr lang="en-US" sz="1400" dirty="0">
                  <a:solidFill>
                    <a:schemeClr val="bg1"/>
                  </a:solidFill>
                </a:rPr>
                <a:t> Request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263CA4D6-E0D7-A666-0564-0455AA1F049E}"/>
              </a:ext>
            </a:extLst>
          </p:cNvPr>
          <p:cNvGrpSpPr/>
          <p:nvPr/>
        </p:nvGrpSpPr>
        <p:grpSpPr>
          <a:xfrm>
            <a:off x="7545420" y="4483303"/>
            <a:ext cx="1194451" cy="1266155"/>
            <a:chOff x="5440751" y="4733094"/>
            <a:chExt cx="1340852" cy="1340852"/>
          </a:xfrm>
        </p:grpSpPr>
        <p:pic>
          <p:nvPicPr>
            <p:cNvPr id="60" name="Graphic 59" descr="Browser window outline">
              <a:extLst>
                <a:ext uri="{FF2B5EF4-FFF2-40B4-BE49-F238E27FC236}">
                  <a16:creationId xmlns:a16="http://schemas.microsoft.com/office/drawing/2014/main" id="{EF00D313-FA85-7074-17E5-B77B08A9D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40751" y="4733094"/>
              <a:ext cx="1340852" cy="1340852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4103974-5812-668E-0DCE-1A6905D8EB1D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329382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3134DA9-D4A5-4FE4-69BF-EF6012F95837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648034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4AA1DB82-74BA-594A-7897-B6B9822BDD3C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486396"/>
              <a:ext cx="254001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E1DA27EB-FFDF-7E6A-3A14-5C916A86F7C8}"/>
                </a:ext>
              </a:extLst>
            </p:cNvPr>
            <p:cNvSpPr txBox="1"/>
            <p:nvPr/>
          </p:nvSpPr>
          <p:spPr>
            <a:xfrm>
              <a:off x="5957455" y="5324536"/>
              <a:ext cx="558799" cy="287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FF0000"/>
                  </a:solidFill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cats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88A25F78-246C-AF20-08DC-35A56EC3F8A6}"/>
                </a:ext>
              </a:extLst>
            </p:cNvPr>
            <p:cNvSpPr txBox="1"/>
            <p:nvPr/>
          </p:nvSpPr>
          <p:spPr>
            <a:xfrm>
              <a:off x="5488846" y="4953840"/>
              <a:ext cx="558800" cy="260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&lt;/&gt;</a:t>
              </a:r>
              <a:endParaRPr lang="en-US" sz="105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7478C2A3-AEDE-DEA0-EE1A-C559640E7573}"/>
              </a:ext>
            </a:extLst>
          </p:cNvPr>
          <p:cNvGrpSpPr/>
          <p:nvPr/>
        </p:nvGrpSpPr>
        <p:grpSpPr>
          <a:xfrm>
            <a:off x="8844874" y="4071213"/>
            <a:ext cx="2325677" cy="1106242"/>
            <a:chOff x="8789458" y="4477610"/>
            <a:chExt cx="2325677" cy="1106242"/>
          </a:xfrm>
        </p:grpSpPr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7DFBF3E6-8697-C28B-6436-56152EC300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9458" y="4477610"/>
              <a:ext cx="1101139" cy="1106242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F0ADFE66-4619-D17C-9F47-2A9733500250}"/>
                </a:ext>
              </a:extLst>
            </p:cNvPr>
            <p:cNvSpPr txBox="1"/>
            <p:nvPr/>
          </p:nvSpPr>
          <p:spPr>
            <a:xfrm>
              <a:off x="9340027" y="5030731"/>
              <a:ext cx="17751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Prepare response</a:t>
              </a:r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A1C08427-901E-267C-D700-E6BF9D3E3BDF}"/>
              </a:ext>
            </a:extLst>
          </p:cNvPr>
          <p:cNvGrpSpPr/>
          <p:nvPr/>
        </p:nvGrpSpPr>
        <p:grpSpPr>
          <a:xfrm>
            <a:off x="5785885" y="3992648"/>
            <a:ext cx="1590161" cy="1184807"/>
            <a:chOff x="5730469" y="4399045"/>
            <a:chExt cx="1590161" cy="1184807"/>
          </a:xfrm>
        </p:grpSpPr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D207F747-508C-639F-667B-C57D38397B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2426" y="4399045"/>
              <a:ext cx="1118204" cy="118480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73BD3D58-649E-B81E-92E4-6004619728EB}"/>
                </a:ext>
              </a:extLst>
            </p:cNvPr>
            <p:cNvSpPr txBox="1"/>
            <p:nvPr/>
          </p:nvSpPr>
          <p:spPr>
            <a:xfrm>
              <a:off x="5730469" y="5035178"/>
              <a:ext cx="10601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Response &amp; Render</a:t>
              </a:r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D3C0FB99-3563-8117-EB5C-C8204624ED05}"/>
              </a:ext>
            </a:extLst>
          </p:cNvPr>
          <p:cNvGrpSpPr/>
          <p:nvPr/>
        </p:nvGrpSpPr>
        <p:grpSpPr>
          <a:xfrm>
            <a:off x="1337778" y="2696110"/>
            <a:ext cx="1118202" cy="1481204"/>
            <a:chOff x="1282362" y="3102507"/>
            <a:chExt cx="1118202" cy="1481204"/>
          </a:xfrm>
        </p:grpSpPr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B213E798-7285-5C10-52D0-9E9CE8A0A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48723" y="3102507"/>
              <a:ext cx="985481" cy="985481"/>
            </a:xfrm>
            <a:prstGeom prst="rect">
              <a:avLst/>
            </a:prstGeom>
          </p:spPr>
        </p:pic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41C1166D-59E3-FE8F-88D5-20EB42CF5378}"/>
                </a:ext>
              </a:extLst>
            </p:cNvPr>
            <p:cNvSpPr txBox="1"/>
            <p:nvPr/>
          </p:nvSpPr>
          <p:spPr>
            <a:xfrm>
              <a:off x="1282362" y="4214379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يوزر غلبان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14592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94895-8ECC-2099-DAD8-06347445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C7419C8-1CCC-2FB3-5AFF-E40246A7F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17933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840AE0D-6F3D-EAAC-9BFA-509C2A20A2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B5B8E7B-54A0-256D-7675-5A82F1AF8897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35CE990-6697-BD3D-B764-8B00F6DBB9A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E6B7D90-4583-1327-4C52-B666022ED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9E8F391-4D8C-DD37-BAC5-700641B52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32CED3-701A-35CC-976B-846D0FC4B1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C3703A0-4000-A63E-905F-2AFD4CDE462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C7F466-DF90-3226-698D-2892B119CF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40" name="browser">
            <a:extLst>
              <a:ext uri="{FF2B5EF4-FFF2-40B4-BE49-F238E27FC236}">
                <a16:creationId xmlns:a16="http://schemas.microsoft.com/office/drawing/2014/main" id="{2E16E37C-78CC-1C12-428C-37EDD85403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8533" y="2460844"/>
            <a:ext cx="1292673" cy="12926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65DD57A-9C35-C902-1508-6907E519F3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7603" y="2612980"/>
            <a:ext cx="1060108" cy="1060108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238EFD9C-A71F-12EA-FD90-F8ED6E8C3CD0}"/>
              </a:ext>
            </a:extLst>
          </p:cNvPr>
          <p:cNvGrpSpPr/>
          <p:nvPr/>
        </p:nvGrpSpPr>
        <p:grpSpPr>
          <a:xfrm>
            <a:off x="2826327" y="2810732"/>
            <a:ext cx="1874982" cy="353221"/>
            <a:chOff x="2798619" y="3300259"/>
            <a:chExt cx="1874982" cy="35322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E9A719A6-E317-8A5B-9ADE-3FC3F0EE1ECF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0B4F83C-595F-E428-0190-4A4C4563FDC6}"/>
                </a:ext>
              </a:extLst>
            </p:cNvPr>
            <p:cNvSpPr txBox="1"/>
            <p:nvPr/>
          </p:nvSpPr>
          <p:spPr>
            <a:xfrm>
              <a:off x="3243369" y="3300259"/>
              <a:ext cx="985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visits URL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1D71E7C5-5551-E765-1412-2C0393C584B1}"/>
              </a:ext>
            </a:extLst>
          </p:cNvPr>
          <p:cNvSpPr/>
          <p:nvPr/>
        </p:nvSpPr>
        <p:spPr>
          <a:xfrm>
            <a:off x="2678890" y="3409272"/>
            <a:ext cx="2244041" cy="2508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</a:t>
            </a:r>
            <a:r>
              <a:rPr lang="en-US" sz="1000" b="1" dirty="0">
                <a:solidFill>
                  <a:srgbClr val="FF000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malicious</a:t>
            </a: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D37D47E8-179B-E35B-97C6-E0611AB57C7B}"/>
              </a:ext>
            </a:extLst>
          </p:cNvPr>
          <p:cNvGrpSpPr/>
          <p:nvPr/>
        </p:nvGrpSpPr>
        <p:grpSpPr>
          <a:xfrm>
            <a:off x="7120851" y="2700482"/>
            <a:ext cx="1911927" cy="456043"/>
            <a:chOff x="7148558" y="2844216"/>
            <a:chExt cx="1911927" cy="456043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ADAFC81-5D29-8C53-013D-C31FCDE36B3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58" y="3300259"/>
              <a:ext cx="191192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BC0C547A-B97C-141A-1E94-F24C15034C93}"/>
                </a:ext>
              </a:extLst>
            </p:cNvPr>
            <p:cNvSpPr txBox="1"/>
            <p:nvPr/>
          </p:nvSpPr>
          <p:spPr>
            <a:xfrm>
              <a:off x="7544733" y="2844216"/>
              <a:ext cx="1292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GET</a:t>
              </a:r>
              <a:r>
                <a:rPr lang="en-US" sz="1400" dirty="0">
                  <a:solidFill>
                    <a:schemeClr val="bg1"/>
                  </a:solidFill>
                </a:rPr>
                <a:t> Request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717D0F9D-F2FC-1B4D-9F8D-BC6816F7F2EA}"/>
              </a:ext>
            </a:extLst>
          </p:cNvPr>
          <p:cNvGrpSpPr/>
          <p:nvPr/>
        </p:nvGrpSpPr>
        <p:grpSpPr>
          <a:xfrm>
            <a:off x="7517712" y="4400173"/>
            <a:ext cx="1194451" cy="1266155"/>
            <a:chOff x="5440751" y="4733094"/>
            <a:chExt cx="1340852" cy="1340852"/>
          </a:xfrm>
        </p:grpSpPr>
        <p:pic>
          <p:nvPicPr>
            <p:cNvPr id="60" name="Graphic 59" descr="Browser window outline">
              <a:extLst>
                <a:ext uri="{FF2B5EF4-FFF2-40B4-BE49-F238E27FC236}">
                  <a16:creationId xmlns:a16="http://schemas.microsoft.com/office/drawing/2014/main" id="{F72404B7-E8D3-30C7-BE03-ACFC0F605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440751" y="4733094"/>
              <a:ext cx="1340852" cy="1340852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DFC648C-5B17-B908-DB7A-66140BE1C67C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329382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FD65866-3677-4DE0-1DF6-524C1AD24B9B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648034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5CB1D934-D30A-D31A-93F4-499AF739E552}"/>
                </a:ext>
              </a:extLst>
            </p:cNvPr>
            <p:cNvSpPr txBox="1"/>
            <p:nvPr/>
          </p:nvSpPr>
          <p:spPr>
            <a:xfrm>
              <a:off x="5651832" y="5350186"/>
              <a:ext cx="1027409" cy="2770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malicious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A62E9A6C-1FDE-7DC5-BCE0-31FA28A8710D}"/>
                </a:ext>
              </a:extLst>
            </p:cNvPr>
            <p:cNvSpPr txBox="1"/>
            <p:nvPr/>
          </p:nvSpPr>
          <p:spPr>
            <a:xfrm>
              <a:off x="5488846" y="4953840"/>
              <a:ext cx="558800" cy="260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&lt;/&gt;</a:t>
              </a:r>
              <a:endParaRPr lang="en-US" sz="105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15E42908-8F7A-8F99-66EC-75C8673EEFA1}"/>
              </a:ext>
            </a:extLst>
          </p:cNvPr>
          <p:cNvGrpSpPr/>
          <p:nvPr/>
        </p:nvGrpSpPr>
        <p:grpSpPr>
          <a:xfrm>
            <a:off x="8817166" y="3988083"/>
            <a:ext cx="1790545" cy="1106242"/>
            <a:chOff x="8789458" y="4477610"/>
            <a:chExt cx="1790545" cy="1106242"/>
          </a:xfrm>
        </p:grpSpPr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2E7E1979-71BB-3321-AB97-8F310C8A80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89458" y="4477610"/>
              <a:ext cx="1101139" cy="1106242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1833BB0B-8702-9B6D-C4D1-89018E6B912C}"/>
                </a:ext>
              </a:extLst>
            </p:cNvPr>
            <p:cNvSpPr txBox="1"/>
            <p:nvPr/>
          </p:nvSpPr>
          <p:spPr>
            <a:xfrm>
              <a:off x="9340027" y="5030731"/>
              <a:ext cx="12399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Injection</a:t>
              </a:r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9515DFE9-B34B-AE5D-E1BA-980585036C7D}"/>
              </a:ext>
            </a:extLst>
          </p:cNvPr>
          <p:cNvGrpSpPr/>
          <p:nvPr/>
        </p:nvGrpSpPr>
        <p:grpSpPr>
          <a:xfrm>
            <a:off x="5758177" y="3909518"/>
            <a:ext cx="1590161" cy="1184807"/>
            <a:chOff x="5730469" y="4399045"/>
            <a:chExt cx="1590161" cy="1184807"/>
          </a:xfrm>
        </p:grpSpPr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B0FDA40C-F835-7A59-E633-CFA0E19E31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2426" y="4399045"/>
              <a:ext cx="1118204" cy="118480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4551A619-C475-FC2E-A0DC-5DE1D4B395A9}"/>
                </a:ext>
              </a:extLst>
            </p:cNvPr>
            <p:cNvSpPr txBox="1"/>
            <p:nvPr/>
          </p:nvSpPr>
          <p:spPr>
            <a:xfrm>
              <a:off x="5730469" y="5035178"/>
              <a:ext cx="10601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Response &amp; Render</a:t>
              </a:r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41939740-D33E-FB7D-ECDB-7C2D13FC2B83}"/>
              </a:ext>
            </a:extLst>
          </p:cNvPr>
          <p:cNvGrpSpPr/>
          <p:nvPr/>
        </p:nvGrpSpPr>
        <p:grpSpPr>
          <a:xfrm>
            <a:off x="1310070" y="2612980"/>
            <a:ext cx="1118202" cy="1481204"/>
            <a:chOff x="1282362" y="3102507"/>
            <a:chExt cx="1118202" cy="1481204"/>
          </a:xfrm>
        </p:grpSpPr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978A490C-00AC-A1C2-3EAF-D547AB4D1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348723" y="3102507"/>
              <a:ext cx="985481" cy="985481"/>
            </a:xfrm>
            <a:prstGeom prst="rect">
              <a:avLst/>
            </a:prstGeom>
          </p:spPr>
        </p:pic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AC5FB352-CFA5-11CA-214D-8ABCC6AA4690}"/>
                </a:ext>
              </a:extLst>
            </p:cNvPr>
            <p:cNvSpPr txBox="1"/>
            <p:nvPr/>
          </p:nvSpPr>
          <p:spPr>
            <a:xfrm>
              <a:off x="1282362" y="4214379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يوزر غلبان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50A7149-1AFC-3A47-9E6F-46CEA5644E86}"/>
              </a:ext>
            </a:extLst>
          </p:cNvPr>
          <p:cNvGrpSpPr/>
          <p:nvPr/>
        </p:nvGrpSpPr>
        <p:grpSpPr>
          <a:xfrm>
            <a:off x="3138356" y="4860173"/>
            <a:ext cx="1118202" cy="1306133"/>
            <a:chOff x="3110648" y="5349700"/>
            <a:chExt cx="1118202" cy="13061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6F593BF-702D-4466-3DC2-0359D80B4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43369" y="5349700"/>
              <a:ext cx="899630" cy="8996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3FD30BC-8950-9367-CCCB-F8D0030BED32}"/>
                </a:ext>
              </a:extLst>
            </p:cNvPr>
            <p:cNvSpPr txBox="1"/>
            <p:nvPr/>
          </p:nvSpPr>
          <p:spPr>
            <a:xfrm>
              <a:off x="3110648" y="6286501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هاكر شرير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DB6407-5EC6-F432-2D98-E18191E98AF0}"/>
              </a:ext>
            </a:extLst>
          </p:cNvPr>
          <p:cNvGrpSpPr/>
          <p:nvPr/>
        </p:nvGrpSpPr>
        <p:grpSpPr>
          <a:xfrm>
            <a:off x="3720892" y="3968600"/>
            <a:ext cx="1571690" cy="699104"/>
            <a:chOff x="3693184" y="4458127"/>
            <a:chExt cx="1571690" cy="699104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A548E6-124F-A91A-8269-0981D741C4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84" y="4458127"/>
              <a:ext cx="0" cy="699104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7024D5-38E2-377A-68FF-E7CD12516593}"/>
                </a:ext>
              </a:extLst>
            </p:cNvPr>
            <p:cNvSpPr txBox="1"/>
            <p:nvPr/>
          </p:nvSpPr>
          <p:spPr>
            <a:xfrm>
              <a:off x="3792974" y="4692926"/>
              <a:ext cx="147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Crafts bad URL</a:t>
              </a:r>
            </a:p>
          </p:txBody>
        </p:sp>
      </p:grp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1FBF41C-E2D4-20B0-F0EE-816EF39596CD}"/>
              </a:ext>
            </a:extLst>
          </p:cNvPr>
          <p:cNvSpPr/>
          <p:nvPr/>
        </p:nvSpPr>
        <p:spPr>
          <a:xfrm>
            <a:off x="5375564" y="6286501"/>
            <a:ext cx="1422400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DEMO</a:t>
            </a:r>
          </a:p>
        </p:txBody>
      </p:sp>
      <p:pic>
        <p:nvPicPr>
          <p:cNvPr id="26" name="bom">
            <a:extLst>
              <a:ext uri="{FF2B5EF4-FFF2-40B4-BE49-F238E27FC236}">
                <a16:creationId xmlns:a16="http://schemas.microsoft.com/office/drawing/2014/main" id="{CA1268C8-E18B-F38B-4C55-F881BF6EC0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4570" y="2490351"/>
            <a:ext cx="1291456" cy="1291456"/>
          </a:xfrm>
          <a:prstGeom prst="rect">
            <a:avLst/>
          </a:prstGeom>
        </p:spPr>
      </p:pic>
      <p:pic>
        <p:nvPicPr>
          <p:cNvPr id="30" name="Graphic 29" descr="Transfer with solid fill">
            <a:extLst>
              <a:ext uri="{FF2B5EF4-FFF2-40B4-BE49-F238E27FC236}">
                <a16:creationId xmlns:a16="http://schemas.microsoft.com/office/drawing/2014/main" id="{40C2CC3B-3DE6-A092-2D81-B6C7EA7FBA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 flipV="1">
            <a:off x="4522344" y="592444"/>
            <a:ext cx="731296" cy="731296"/>
          </a:xfrm>
          <a:prstGeom prst="rect">
            <a:avLst/>
          </a:prstGeom>
        </p:spPr>
      </p:pic>
      <p:sp>
        <p:nvSpPr>
          <p:cNvPr id="32" name="Title 23">
            <a:extLst>
              <a:ext uri="{FF2B5EF4-FFF2-40B4-BE49-F238E27FC236}">
                <a16:creationId xmlns:a16="http://schemas.microsoft.com/office/drawing/2014/main" id="{DB81D0E2-7978-897A-155D-4072356F4F9D}"/>
              </a:ext>
            </a:extLst>
          </p:cNvPr>
          <p:cNvSpPr txBox="1">
            <a:spLocks/>
          </p:cNvSpPr>
          <p:nvPr/>
        </p:nvSpPr>
        <p:spPr>
          <a:xfrm>
            <a:off x="5232615" y="396915"/>
            <a:ext cx="358114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Reflected XSS</a:t>
            </a:r>
          </a:p>
        </p:txBody>
      </p:sp>
    </p:spTree>
    <p:extLst>
      <p:ext uri="{BB962C8B-B14F-4D97-AF65-F5344CB8AC3E}">
        <p14:creationId xmlns:p14="http://schemas.microsoft.com/office/powerpoint/2010/main" val="883824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FF58C8-158D-4417-6B36-45E854A93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FF322A-76ED-AB07-FB47-31E26A0BF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51258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6004BB70-7137-DF22-4BEA-7C4285A366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19A1306-EA48-C7EC-74A7-56142D8D80D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6612AEF-4AF4-8C68-8952-C44BAF92039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289DE0-F0B0-4C52-0454-2F11677A8D6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11948F9-41EC-FBCE-91D6-462F0E3A77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4C0BA6-D5F4-AC9A-B4FB-3640AD9AFE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273540C9-5422-861C-5463-AC31193581B2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7B8FD0-4C3E-45FC-5238-8062A11D0BC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25939"/>
            <a:ext cx="2301403" cy="97397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6353F1-0BB8-DF23-8A4D-DAF362A9705C}"/>
              </a:ext>
            </a:extLst>
          </p:cNvPr>
          <p:cNvSpPr/>
          <p:nvPr/>
        </p:nvSpPr>
        <p:spPr>
          <a:xfrm>
            <a:off x="3667614" y="1700350"/>
            <a:ext cx="6609853" cy="768731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23">
            <a:extLst>
              <a:ext uri="{FF2B5EF4-FFF2-40B4-BE49-F238E27FC236}">
                <a16:creationId xmlns:a16="http://schemas.microsoft.com/office/drawing/2014/main" id="{E5730F8A-7B85-3E41-A97C-06C80FD821C1}"/>
              </a:ext>
            </a:extLst>
          </p:cNvPr>
          <p:cNvSpPr txBox="1">
            <a:spLocks/>
          </p:cNvSpPr>
          <p:nvPr/>
        </p:nvSpPr>
        <p:spPr>
          <a:xfrm>
            <a:off x="969674" y="1606518"/>
            <a:ext cx="1368165" cy="871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</a:rPr>
              <a:t>Basic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478BD5-3583-64E3-2DB0-D3DAD708D68F}"/>
              </a:ext>
            </a:extLst>
          </p:cNvPr>
          <p:cNvSpPr txBox="1"/>
          <p:nvPr/>
        </p:nvSpPr>
        <p:spPr>
          <a:xfrm>
            <a:off x="3889749" y="1872683"/>
            <a:ext cx="5425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alert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document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cookie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3F995E-D075-1C6F-C06D-06741CE728C4}"/>
              </a:ext>
            </a:extLst>
          </p:cNvPr>
          <p:cNvSpPr/>
          <p:nvPr/>
        </p:nvSpPr>
        <p:spPr>
          <a:xfrm>
            <a:off x="3667613" y="2752814"/>
            <a:ext cx="6609857" cy="768731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23">
            <a:extLst>
              <a:ext uri="{FF2B5EF4-FFF2-40B4-BE49-F238E27FC236}">
                <a16:creationId xmlns:a16="http://schemas.microsoft.com/office/drawing/2014/main" id="{EA2F4BB8-8DA4-958C-FC8F-F27D5E3FD4BE}"/>
              </a:ext>
            </a:extLst>
          </p:cNvPr>
          <p:cNvSpPr txBox="1">
            <a:spLocks/>
          </p:cNvSpPr>
          <p:nvPr/>
        </p:nvSpPr>
        <p:spPr>
          <a:xfrm>
            <a:off x="954838" y="2650198"/>
            <a:ext cx="2238550" cy="871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Event Handler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6F6A23-0F20-EEE5-3A4B-27DC4D185423}"/>
              </a:ext>
            </a:extLst>
          </p:cNvPr>
          <p:cNvSpPr txBox="1"/>
          <p:nvPr/>
        </p:nvSpPr>
        <p:spPr>
          <a:xfrm>
            <a:off x="3816548" y="2970083"/>
            <a:ext cx="629726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 err="1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img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x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onerror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b="0" dirty="0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alert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document</a:t>
            </a:r>
            <a:r>
              <a:rPr lang="en-US" b="0" dirty="0" err="1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cookie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)"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itle 23">
            <a:extLst>
              <a:ext uri="{FF2B5EF4-FFF2-40B4-BE49-F238E27FC236}">
                <a16:creationId xmlns:a16="http://schemas.microsoft.com/office/drawing/2014/main" id="{A66CC608-8AAF-5C8D-005F-3410A5851050}"/>
              </a:ext>
            </a:extLst>
          </p:cNvPr>
          <p:cNvSpPr txBox="1">
            <a:spLocks/>
          </p:cNvSpPr>
          <p:nvPr/>
        </p:nvSpPr>
        <p:spPr>
          <a:xfrm>
            <a:off x="954838" y="3818855"/>
            <a:ext cx="2584379" cy="871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chemeClr val="bg1"/>
                </a:solidFill>
              </a:rPr>
              <a:t>JavaScript Protocol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255748-FB40-3230-D361-B8939CDDDC5C}"/>
              </a:ext>
            </a:extLst>
          </p:cNvPr>
          <p:cNvSpPr/>
          <p:nvPr/>
        </p:nvSpPr>
        <p:spPr>
          <a:xfrm>
            <a:off x="3667614" y="3748339"/>
            <a:ext cx="6609858" cy="1119089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B293A7-A7E4-7024-7D9C-814853CD9A74}"/>
              </a:ext>
            </a:extLst>
          </p:cNvPr>
          <p:cNvSpPr txBox="1"/>
          <p:nvPr/>
        </p:nvSpPr>
        <p:spPr>
          <a:xfrm>
            <a:off x="3839210" y="3923496"/>
            <a:ext cx="643826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href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javascript:alert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 err="1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document.cookie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)"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pPr>
              <a:lnSpc>
                <a:spcPts val="1800"/>
              </a:lnSpc>
              <a:buNone/>
            </a:pPr>
            <a:r>
              <a:rPr lang="en-US" dirty="0">
                <a:solidFill>
                  <a:srgbClr val="CCCCC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click me</a:t>
            </a:r>
          </a:p>
          <a:p>
            <a:pPr>
              <a:lnSpc>
                <a:spcPts val="180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0" name="Title 23">
            <a:extLst>
              <a:ext uri="{FF2B5EF4-FFF2-40B4-BE49-F238E27FC236}">
                <a16:creationId xmlns:a16="http://schemas.microsoft.com/office/drawing/2014/main" id="{AE315EA7-59C7-CF7D-7A6B-4F1B717F56C6}"/>
              </a:ext>
            </a:extLst>
          </p:cNvPr>
          <p:cNvSpPr txBox="1">
            <a:spLocks/>
          </p:cNvSpPr>
          <p:nvPr/>
        </p:nvSpPr>
        <p:spPr>
          <a:xfrm>
            <a:off x="2786943" y="5164738"/>
            <a:ext cx="2059209" cy="871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And MORE </a:t>
            </a:r>
          </a:p>
        </p:txBody>
      </p:sp>
      <p:pic>
        <p:nvPicPr>
          <p:cNvPr id="33" name="Graphic 32" descr="Key with solid fill">
            <a:extLst>
              <a:ext uri="{FF2B5EF4-FFF2-40B4-BE49-F238E27FC236}">
                <a16:creationId xmlns:a16="http://schemas.microsoft.com/office/drawing/2014/main" id="{AF51CF00-C135-AC1B-6C01-EE6E4ECBF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7932" y="5226998"/>
            <a:ext cx="746826" cy="746826"/>
          </a:xfrm>
          <a:prstGeom prst="rect">
            <a:avLst/>
          </a:prstGeom>
        </p:spPr>
      </p:pic>
      <p:sp>
        <p:nvSpPr>
          <p:cNvPr id="34" name="Title 23">
            <a:extLst>
              <a:ext uri="{FF2B5EF4-FFF2-40B4-BE49-F238E27FC236}">
                <a16:creationId xmlns:a16="http://schemas.microsoft.com/office/drawing/2014/main" id="{27E7A8CE-F42A-CC36-F201-546004DB4CA0}"/>
              </a:ext>
            </a:extLst>
          </p:cNvPr>
          <p:cNvSpPr txBox="1">
            <a:spLocks/>
          </p:cNvSpPr>
          <p:nvPr/>
        </p:nvSpPr>
        <p:spPr>
          <a:xfrm>
            <a:off x="6076538" y="5164738"/>
            <a:ext cx="3744493" cy="871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</a:rPr>
              <a:t>Understand context &amp; Get smarter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C3C16AA-D459-3B17-7CAB-ECFE5225A364}"/>
              </a:ext>
            </a:extLst>
          </p:cNvPr>
          <p:cNvSpPr/>
          <p:nvPr/>
        </p:nvSpPr>
        <p:spPr>
          <a:xfrm>
            <a:off x="5026169" y="6265556"/>
            <a:ext cx="2139661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Payloads</a:t>
            </a:r>
            <a:endParaRPr lang="en-US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pic>
        <p:nvPicPr>
          <p:cNvPr id="36" name="Graphic 35" descr="Transfer with solid fill">
            <a:extLst>
              <a:ext uri="{FF2B5EF4-FFF2-40B4-BE49-F238E27FC236}">
                <a16:creationId xmlns:a16="http://schemas.microsoft.com/office/drawing/2014/main" id="{CBFE929B-A408-0AB1-5C64-4486A6C3DF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 flipV="1">
            <a:off x="4522344" y="592444"/>
            <a:ext cx="731296" cy="731296"/>
          </a:xfrm>
          <a:prstGeom prst="rect">
            <a:avLst/>
          </a:prstGeom>
        </p:spPr>
      </p:pic>
      <p:sp>
        <p:nvSpPr>
          <p:cNvPr id="37" name="Title 23">
            <a:extLst>
              <a:ext uri="{FF2B5EF4-FFF2-40B4-BE49-F238E27FC236}">
                <a16:creationId xmlns:a16="http://schemas.microsoft.com/office/drawing/2014/main" id="{60603AE0-560B-5C9C-B69C-9D925A06AA96}"/>
              </a:ext>
            </a:extLst>
          </p:cNvPr>
          <p:cNvSpPr txBox="1">
            <a:spLocks/>
          </p:cNvSpPr>
          <p:nvPr/>
        </p:nvSpPr>
        <p:spPr>
          <a:xfrm>
            <a:off x="5251088" y="396915"/>
            <a:ext cx="2818462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Payloads</a:t>
            </a:r>
          </a:p>
        </p:txBody>
      </p:sp>
    </p:spTree>
    <p:extLst>
      <p:ext uri="{BB962C8B-B14F-4D97-AF65-F5344CB8AC3E}">
        <p14:creationId xmlns:p14="http://schemas.microsoft.com/office/powerpoint/2010/main" val="3143763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  <p:bldP spid="15" grpId="0" animBg="1"/>
      <p:bldP spid="17" grpId="0"/>
      <p:bldP spid="21" grpId="0"/>
      <p:bldP spid="23" grpId="0"/>
      <p:bldP spid="27" grpId="0" animBg="1"/>
      <p:bldP spid="29" grpId="0"/>
      <p:bldP spid="30" grpId="0"/>
      <p:bldP spid="34" grpId="0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909DC-EEDB-2BE0-188D-63AF913D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E699C0A-3C7D-8B17-9CD5-E1CA7A672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551258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E727AE06-620C-D53C-3926-3924E57839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376235A-644A-1037-A57C-3752E480D24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EECA40-56CA-0F1F-924D-BD7998DD9D9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A2F9A92-BCBE-50F7-0D83-E79BD3D7B3B1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7A43D39-314A-8977-48DA-B1B41C5BDD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C25D3E5-69CE-CB90-6DDF-AE7BCF29CD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DCAF7E4-7096-D179-DFD5-3ED9FB5EA0BB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CA1DEE-DD20-4965-000B-9CB55CA984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25939"/>
            <a:ext cx="2301403" cy="973973"/>
          </a:xfrm>
          <a:prstGeom prst="rect">
            <a:avLst/>
          </a:prstGeom>
        </p:spPr>
      </p:pic>
      <p:pic>
        <p:nvPicPr>
          <p:cNvPr id="11" name="Graphic 10" descr="Transfer with solid fill">
            <a:extLst>
              <a:ext uri="{FF2B5EF4-FFF2-40B4-BE49-F238E27FC236}">
                <a16:creationId xmlns:a16="http://schemas.microsoft.com/office/drawing/2014/main" id="{C9B0C51A-DB94-12A1-F097-A953701A9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flipV="1">
            <a:off x="4522344" y="592444"/>
            <a:ext cx="731296" cy="731296"/>
          </a:xfrm>
          <a:prstGeom prst="rect">
            <a:avLst/>
          </a:prstGeom>
        </p:spPr>
      </p:pic>
      <p:sp>
        <p:nvSpPr>
          <p:cNvPr id="18" name="Title 23">
            <a:extLst>
              <a:ext uri="{FF2B5EF4-FFF2-40B4-BE49-F238E27FC236}">
                <a16:creationId xmlns:a16="http://schemas.microsoft.com/office/drawing/2014/main" id="{5883F800-A3F5-CAB5-74B6-B88A8A132A2B}"/>
              </a:ext>
            </a:extLst>
          </p:cNvPr>
          <p:cNvSpPr txBox="1">
            <a:spLocks/>
          </p:cNvSpPr>
          <p:nvPr/>
        </p:nvSpPr>
        <p:spPr>
          <a:xfrm>
            <a:off x="5371164" y="400067"/>
            <a:ext cx="298774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CHALLENGE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75DE2D0-FFED-3779-5567-493EE33359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1166" y="1519270"/>
            <a:ext cx="1800861" cy="180086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8E5B0D2-1936-4E11-7C83-73C7B335879A}"/>
              </a:ext>
            </a:extLst>
          </p:cNvPr>
          <p:cNvSpPr/>
          <p:nvPr/>
        </p:nvSpPr>
        <p:spPr>
          <a:xfrm>
            <a:off x="2595639" y="4426066"/>
            <a:ext cx="3094765" cy="47105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Reflected XSS </a:t>
            </a:r>
            <a:r>
              <a:rPr lang="en-US" sz="1600" dirty="0" err="1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</a:t>
            </a:r>
            <a:endParaRPr lang="en-US" sz="1600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85CEFFB-672B-D905-EE45-8778DCBED4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596" y="3467795"/>
            <a:ext cx="3160401" cy="316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65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6DA5E-3FC4-7E55-A256-87056EE1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567A6ACA-248D-EC14-6F26-E24BA1A75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306645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Stored XSS</a:t>
            </a:r>
          </a:p>
        </p:txBody>
      </p:sp>
      <p:pic>
        <p:nvPicPr>
          <p:cNvPr id="35" name="Graphic 34" descr="Database with solid fill">
            <a:extLst>
              <a:ext uri="{FF2B5EF4-FFF2-40B4-BE49-F238E27FC236}">
                <a16:creationId xmlns:a16="http://schemas.microsoft.com/office/drawing/2014/main" id="{474D2294-E0FC-C71E-929A-0AD3E30AAE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05022" y="3881231"/>
            <a:ext cx="914400" cy="914400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0AF8FC20-D66B-605F-CD35-280719951A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E683C57-9E43-2E75-22E2-FC9A87247235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990BE48-B234-E409-971F-CEE88BF115C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9A1EBD9-2B84-B29F-5C39-BAF213B98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C0179BC-94C4-3D70-926D-3048DC6E0E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8C902E-A7D7-A876-4513-C970687BD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AFE60C-B644-6E58-EAF2-93BCEF71E86C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E990AD0-20A3-1EA2-232E-CBA8D500CDC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36F25EC-1037-9D36-E082-21D67A996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779FAF6-7C49-5C1C-2F8B-0D6E92A5D7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A097771-7515-9B1D-93A6-8542CA2FCA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080F580-37B7-6690-DA6D-BFE0E701EE03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278A0E9-4085-465D-EDFD-AE7589FC97CA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73433D6-5869-0E12-71D4-2D34035C65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037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4888E-96A3-D0C8-F452-472220D6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7CCDAAA1-8643-FF58-5BDD-BD73A3F99F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7FD8221F-D182-4AE8-737B-2ACC5403703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FDD9AE3-F33B-FD2B-0B71-4183DB771B8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CD7C462-D56D-8EB2-F1E6-F300D661BC36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E61C4B3-2BCD-6A70-28C6-7E7785299C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C728B77-C8C5-E346-9BA6-9CBCD1D303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1CDBB2D-F77D-C5B3-4ED9-903509F2E5C1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86E472-8138-61EA-314A-7D089F6463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E044B25-59F6-C638-EF71-212AE5BCC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872" y="2938181"/>
            <a:ext cx="1060108" cy="1060108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8FD0435-8803-427E-B94D-DC23733CBDF1}"/>
              </a:ext>
            </a:extLst>
          </p:cNvPr>
          <p:cNvGrpSpPr/>
          <p:nvPr/>
        </p:nvGrpSpPr>
        <p:grpSpPr>
          <a:xfrm>
            <a:off x="3559041" y="3097674"/>
            <a:ext cx="1937538" cy="370561"/>
            <a:chOff x="2798619" y="3282919"/>
            <a:chExt cx="1937538" cy="370561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2A8547A0-EE80-9CCB-8012-C5C5DBBD1085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42AF92F-9018-FAE6-7848-15ED0742FD9E}"/>
                </a:ext>
              </a:extLst>
            </p:cNvPr>
            <p:cNvSpPr txBox="1"/>
            <p:nvPr/>
          </p:nvSpPr>
          <p:spPr>
            <a:xfrm>
              <a:off x="2798619" y="3282919"/>
              <a:ext cx="19375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Adds a bad comment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35C6FD39-8E22-6FD6-1744-2BF5937B3806}"/>
              </a:ext>
            </a:extLst>
          </p:cNvPr>
          <p:cNvSpPr/>
          <p:nvPr/>
        </p:nvSpPr>
        <p:spPr>
          <a:xfrm>
            <a:off x="3652754" y="3650444"/>
            <a:ext cx="1577668" cy="4708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ea typeface="JetBrains Mono" panose="02000009000000000000" pitchFamily="49" charset="0"/>
                <a:cs typeface="Cascadia Code" panose="020B0609020000020004" pitchFamily="49" charset="0"/>
              </a:rPr>
              <a:t>POST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/comments/add</a:t>
            </a:r>
            <a:endParaRPr lang="en-US" sz="1000" b="1" dirty="0">
              <a:solidFill>
                <a:srgbClr val="FF0000"/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rgbClr val="FF000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malicious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B24FB9-F7D0-D813-297F-DA66B6C601D6}"/>
              </a:ext>
            </a:extLst>
          </p:cNvPr>
          <p:cNvGrpSpPr/>
          <p:nvPr/>
        </p:nvGrpSpPr>
        <p:grpSpPr>
          <a:xfrm>
            <a:off x="2016648" y="2815168"/>
            <a:ext cx="1118202" cy="1306133"/>
            <a:chOff x="3110648" y="5349700"/>
            <a:chExt cx="1118202" cy="13061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29BF7AE-B0D7-3DBB-F23F-73586C47D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3369" y="5349700"/>
              <a:ext cx="899630" cy="8996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27D1937-0395-04DA-5664-3DCFB6245A26}"/>
                </a:ext>
              </a:extLst>
            </p:cNvPr>
            <p:cNvSpPr txBox="1"/>
            <p:nvPr/>
          </p:nvSpPr>
          <p:spPr>
            <a:xfrm>
              <a:off x="3110648" y="6286501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هاكر شرير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30" name="Graphic 29" descr="Database with solid fill">
            <a:extLst>
              <a:ext uri="{FF2B5EF4-FFF2-40B4-BE49-F238E27FC236}">
                <a16:creationId xmlns:a16="http://schemas.microsoft.com/office/drawing/2014/main" id="{DAD3CADB-A9DD-0E80-16C9-ABD2A25E0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D712D3E4-7E31-5BA5-A05F-6A56C63E8376}"/>
              </a:ext>
            </a:extLst>
          </p:cNvPr>
          <p:cNvSpPr txBox="1">
            <a:spLocks/>
          </p:cNvSpPr>
          <p:nvPr/>
        </p:nvSpPr>
        <p:spPr>
          <a:xfrm>
            <a:off x="5434023" y="381593"/>
            <a:ext cx="2943357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Stored XSS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33154-70F3-6EBD-8045-93CC5C0B7A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3267" y="2938181"/>
            <a:ext cx="1060108" cy="106010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CCB2F6B-CB0F-DE56-C5F2-F62D72D2A967}"/>
              </a:ext>
            </a:extLst>
          </p:cNvPr>
          <p:cNvGrpSpPr/>
          <p:nvPr/>
        </p:nvGrpSpPr>
        <p:grpSpPr>
          <a:xfrm>
            <a:off x="7474074" y="3097673"/>
            <a:ext cx="1937538" cy="370561"/>
            <a:chOff x="2798619" y="3282919"/>
            <a:chExt cx="1937538" cy="37056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714FFA-9111-E09A-EDA9-05221F899E1B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AA0724-5AFC-0581-EDBB-CD8DEF8972DF}"/>
                </a:ext>
              </a:extLst>
            </p:cNvPr>
            <p:cNvSpPr txBox="1"/>
            <p:nvPr/>
          </p:nvSpPr>
          <p:spPr>
            <a:xfrm>
              <a:off x="2798619" y="3282919"/>
              <a:ext cx="19375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Insert new comment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2F9B985-8014-B1E8-EDEB-DAEBB4177992}"/>
              </a:ext>
            </a:extLst>
          </p:cNvPr>
          <p:cNvSpPr txBox="1"/>
          <p:nvPr/>
        </p:nvSpPr>
        <p:spPr>
          <a:xfrm>
            <a:off x="7922217" y="3597605"/>
            <a:ext cx="996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Storing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AA8FF2A-BC12-7610-2116-5E4091B28D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9960" y="5589729"/>
            <a:ext cx="997527" cy="997527"/>
          </a:xfrm>
          <a:prstGeom prst="rect">
            <a:avLst/>
          </a:prstGeom>
        </p:spPr>
      </p:pic>
      <p:sp>
        <p:nvSpPr>
          <p:cNvPr id="27" name="Title 23">
            <a:extLst>
              <a:ext uri="{FF2B5EF4-FFF2-40B4-BE49-F238E27FC236}">
                <a16:creationId xmlns:a16="http://schemas.microsoft.com/office/drawing/2014/main" id="{89BBD123-24B4-8CDB-6528-907305DA4EDD}"/>
              </a:ext>
            </a:extLst>
          </p:cNvPr>
          <p:cNvSpPr txBox="1">
            <a:spLocks/>
          </p:cNvSpPr>
          <p:nvPr/>
        </p:nvSpPr>
        <p:spPr>
          <a:xfrm>
            <a:off x="368765" y="5528419"/>
            <a:ext cx="2818463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Injection Step</a:t>
            </a:r>
          </a:p>
        </p:txBody>
      </p:sp>
    </p:spTree>
    <p:extLst>
      <p:ext uri="{BB962C8B-B14F-4D97-AF65-F5344CB8AC3E}">
        <p14:creationId xmlns:p14="http://schemas.microsoft.com/office/powerpoint/2010/main" val="4022237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17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D3222-682A-586D-0CA6-6AFA3C4A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0844849-8AAF-57C9-C260-BA9CC74408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A01323F-C97B-1855-A5BA-3B98E0AED369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D2F8B59-42E8-747B-348A-DC3B8BC68DA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C1CE12-465A-A23F-9268-5C615D8B0549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4D82AF5-BF93-229C-C7A1-C7CA26EA7B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0D72177-56D2-F2A6-D9E3-C26F3B79F4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289FD65-D004-0B98-4BFD-176A26FABF0C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D63E38-528C-10AB-548A-35FE7CB911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40" name="browser">
            <a:extLst>
              <a:ext uri="{FF2B5EF4-FFF2-40B4-BE49-F238E27FC236}">
                <a16:creationId xmlns:a16="http://schemas.microsoft.com/office/drawing/2014/main" id="{1BC2E0C2-7C57-85DD-29E1-738105BAF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515" y="2239110"/>
            <a:ext cx="1292673" cy="12926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36C56C8-5FDB-5776-65AA-29DB6EA8E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840" y="2376312"/>
            <a:ext cx="1060108" cy="1060108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32769528-F144-45ED-C0CA-5C883071F90B}"/>
              </a:ext>
            </a:extLst>
          </p:cNvPr>
          <p:cNvGrpSpPr/>
          <p:nvPr/>
        </p:nvGrpSpPr>
        <p:grpSpPr>
          <a:xfrm>
            <a:off x="2233250" y="2482737"/>
            <a:ext cx="1528668" cy="423629"/>
            <a:chOff x="2693385" y="3229851"/>
            <a:chExt cx="1528668" cy="423629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9897802-EDBC-B6D3-24AD-18F6EC92EAA8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2639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349A46-D4FF-3A18-DC87-10C8F6F8C7DE}"/>
                </a:ext>
              </a:extLst>
            </p:cNvPr>
            <p:cNvSpPr txBox="1"/>
            <p:nvPr/>
          </p:nvSpPr>
          <p:spPr>
            <a:xfrm>
              <a:off x="2693385" y="3229851"/>
              <a:ext cx="152866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visits /comments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F483409A-D7E3-8D27-A913-9788BDF7EB37}"/>
              </a:ext>
            </a:extLst>
          </p:cNvPr>
          <p:cNvSpPr/>
          <p:nvPr/>
        </p:nvSpPr>
        <p:spPr>
          <a:xfrm>
            <a:off x="2278627" y="3120781"/>
            <a:ext cx="1291456" cy="2508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ea typeface="JetBrains Mono" panose="02000009000000000000" pitchFamily="49" charset="0"/>
                <a:cs typeface="Cascadia Code" panose="020B0609020000020004" pitchFamily="49" charset="0"/>
              </a:rPr>
              <a:t>GET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/comments</a:t>
            </a:r>
            <a:endParaRPr lang="en-US" sz="1000" b="1" dirty="0">
              <a:solidFill>
                <a:srgbClr val="FF0000"/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A407BF1D-0967-7DF9-1F7C-88ACD5007F0B}"/>
              </a:ext>
            </a:extLst>
          </p:cNvPr>
          <p:cNvGrpSpPr/>
          <p:nvPr/>
        </p:nvGrpSpPr>
        <p:grpSpPr>
          <a:xfrm>
            <a:off x="5744304" y="2535693"/>
            <a:ext cx="1326154" cy="407464"/>
            <a:chOff x="7148558" y="2892795"/>
            <a:chExt cx="1326154" cy="40746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9F03D375-6971-15B4-76ED-77891846B66C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58" y="3300259"/>
              <a:ext cx="1285565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F321E6C-A948-4032-DA02-59D913119091}"/>
                </a:ext>
              </a:extLst>
            </p:cNvPr>
            <p:cNvSpPr txBox="1"/>
            <p:nvPr/>
          </p:nvSpPr>
          <p:spPr>
            <a:xfrm>
              <a:off x="7182039" y="2892795"/>
              <a:ext cx="1292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GET</a:t>
              </a:r>
              <a:r>
                <a:rPr lang="en-US" sz="1400" dirty="0">
                  <a:solidFill>
                    <a:schemeClr val="bg1"/>
                  </a:solidFill>
                </a:rPr>
                <a:t> Request</a:t>
              </a:r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EDE371A8-BE9E-18AC-47A7-E9376BA1E04D}"/>
              </a:ext>
            </a:extLst>
          </p:cNvPr>
          <p:cNvGrpSpPr/>
          <p:nvPr/>
        </p:nvGrpSpPr>
        <p:grpSpPr>
          <a:xfrm>
            <a:off x="5830881" y="3763886"/>
            <a:ext cx="1194451" cy="1266155"/>
            <a:chOff x="5440751" y="4733094"/>
            <a:chExt cx="1340852" cy="1340852"/>
          </a:xfrm>
        </p:grpSpPr>
        <p:pic>
          <p:nvPicPr>
            <p:cNvPr id="60" name="Graphic 59" descr="Browser window outline">
              <a:extLst>
                <a:ext uri="{FF2B5EF4-FFF2-40B4-BE49-F238E27FC236}">
                  <a16:creationId xmlns:a16="http://schemas.microsoft.com/office/drawing/2014/main" id="{10996064-22E5-8E94-BF9B-166602EC9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40751" y="4733094"/>
              <a:ext cx="1340852" cy="1340852"/>
            </a:xfrm>
            <a:prstGeom prst="rect">
              <a:avLst/>
            </a:prstGeom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0EAD878-BD93-2278-26EF-882F3AA52A37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329382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A0D3C9D-D76C-A6B4-8B3E-6B4208E878FE}"/>
                </a:ext>
              </a:extLst>
            </p:cNvPr>
            <p:cNvCxnSpPr>
              <a:cxnSpLocks/>
            </p:cNvCxnSpPr>
            <p:nvPr/>
          </p:nvCxnSpPr>
          <p:spPr>
            <a:xfrm>
              <a:off x="5703454" y="5648034"/>
              <a:ext cx="812800" cy="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ED451F28-3583-DB51-6874-D32984BEB98A}"/>
                </a:ext>
              </a:extLst>
            </p:cNvPr>
            <p:cNvSpPr txBox="1"/>
            <p:nvPr/>
          </p:nvSpPr>
          <p:spPr>
            <a:xfrm>
              <a:off x="5651832" y="5350186"/>
              <a:ext cx="1027409" cy="2770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dirty="0">
                  <a:solidFill>
                    <a:srgbClr val="FF0000"/>
                  </a:solidFill>
                  <a:latin typeface="Arial" panose="020B0604020202020204" pitchFamily="34" charset="0"/>
                  <a:ea typeface="JetBrains Mono" panose="02000009000000000000" pitchFamily="49" charset="0"/>
                  <a:cs typeface="Arial" panose="020B0604020202020204" pitchFamily="34" charset="0"/>
                </a:rPr>
                <a:t>malicious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  <p:sp>
          <p:nvSpPr>
            <p:cNvPr id="1030" name="TextBox 1029">
              <a:extLst>
                <a:ext uri="{FF2B5EF4-FFF2-40B4-BE49-F238E27FC236}">
                  <a16:creationId xmlns:a16="http://schemas.microsoft.com/office/drawing/2014/main" id="{B07439AA-131B-8097-5ED1-56626FB68B6C}"/>
                </a:ext>
              </a:extLst>
            </p:cNvPr>
            <p:cNvSpPr txBox="1"/>
            <p:nvPr/>
          </p:nvSpPr>
          <p:spPr>
            <a:xfrm>
              <a:off x="5488846" y="4953840"/>
              <a:ext cx="558800" cy="2607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&lt;/&gt;</a:t>
              </a:r>
              <a:endParaRPr lang="en-US" sz="105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C5E0D9F3-893B-EDD5-09B0-CB192E84A3C4}"/>
              </a:ext>
            </a:extLst>
          </p:cNvPr>
          <p:cNvGrpSpPr/>
          <p:nvPr/>
        </p:nvGrpSpPr>
        <p:grpSpPr>
          <a:xfrm>
            <a:off x="7122180" y="3763886"/>
            <a:ext cx="1655940" cy="639336"/>
            <a:chOff x="8271721" y="4397653"/>
            <a:chExt cx="1655940" cy="639336"/>
          </a:xfrm>
        </p:grpSpPr>
        <p:cxnSp>
          <p:nvCxnSpPr>
            <p:cNvPr id="1031" name="Straight Arrow Connector 1030">
              <a:extLst>
                <a:ext uri="{FF2B5EF4-FFF2-40B4-BE49-F238E27FC236}">
                  <a16:creationId xmlns:a16="http://schemas.microsoft.com/office/drawing/2014/main" id="{8E611EC7-9AD9-ACC3-D0F8-9F02D5E482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721" y="4397653"/>
              <a:ext cx="718991" cy="633077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Box 1034">
              <a:extLst>
                <a:ext uri="{FF2B5EF4-FFF2-40B4-BE49-F238E27FC236}">
                  <a16:creationId xmlns:a16="http://schemas.microsoft.com/office/drawing/2014/main" id="{06C18BCD-91E0-3AF4-7D1F-5289B5ACA9A9}"/>
                </a:ext>
              </a:extLst>
            </p:cNvPr>
            <p:cNvSpPr txBox="1"/>
            <p:nvPr/>
          </p:nvSpPr>
          <p:spPr>
            <a:xfrm>
              <a:off x="8687685" y="4729212"/>
              <a:ext cx="12399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Injection</a:t>
              </a:r>
            </a:p>
          </p:txBody>
        </p:sp>
      </p:grp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7EC32D02-EAA2-EDDB-057F-A32F10AED4F2}"/>
              </a:ext>
            </a:extLst>
          </p:cNvPr>
          <p:cNvGrpSpPr/>
          <p:nvPr/>
        </p:nvGrpSpPr>
        <p:grpSpPr>
          <a:xfrm>
            <a:off x="4248021" y="3651931"/>
            <a:ext cx="1403326" cy="933632"/>
            <a:chOff x="5598706" y="4399045"/>
            <a:chExt cx="1403326" cy="933632"/>
          </a:xfrm>
        </p:grpSpPr>
        <p:cxnSp>
          <p:nvCxnSpPr>
            <p:cNvPr id="1036" name="Straight Arrow Connector 1035">
              <a:extLst>
                <a:ext uri="{FF2B5EF4-FFF2-40B4-BE49-F238E27FC236}">
                  <a16:creationId xmlns:a16="http://schemas.microsoft.com/office/drawing/2014/main" id="{CD296C1D-4D36-84B1-A960-C5565CCBC0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2426" y="4399045"/>
              <a:ext cx="799606" cy="685144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4" name="TextBox 1043">
              <a:extLst>
                <a:ext uri="{FF2B5EF4-FFF2-40B4-BE49-F238E27FC236}">
                  <a16:creationId xmlns:a16="http://schemas.microsoft.com/office/drawing/2014/main" id="{4215CDF0-D0B2-910D-0447-B27021470FC0}"/>
                </a:ext>
              </a:extLst>
            </p:cNvPr>
            <p:cNvSpPr txBox="1"/>
            <p:nvPr/>
          </p:nvSpPr>
          <p:spPr>
            <a:xfrm>
              <a:off x="5598706" y="4809457"/>
              <a:ext cx="10601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Response &amp; Render</a:t>
              </a:r>
            </a:p>
          </p:txBody>
        </p:sp>
      </p:grpSp>
      <p:grpSp>
        <p:nvGrpSpPr>
          <p:cNvPr id="1052" name="Group 1051">
            <a:extLst>
              <a:ext uri="{FF2B5EF4-FFF2-40B4-BE49-F238E27FC236}">
                <a16:creationId xmlns:a16="http://schemas.microsoft.com/office/drawing/2014/main" id="{4D54D33C-97C0-FD13-C969-D3A0076F8FB9}"/>
              </a:ext>
            </a:extLst>
          </p:cNvPr>
          <p:cNvGrpSpPr/>
          <p:nvPr/>
        </p:nvGrpSpPr>
        <p:grpSpPr>
          <a:xfrm>
            <a:off x="822227" y="2355393"/>
            <a:ext cx="1118202" cy="1481204"/>
            <a:chOff x="1282362" y="3102507"/>
            <a:chExt cx="1118202" cy="1481204"/>
          </a:xfrm>
        </p:grpSpPr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E9DDC595-F164-7728-065A-4FE63B625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348723" y="3102507"/>
              <a:ext cx="985481" cy="985481"/>
            </a:xfrm>
            <a:prstGeom prst="rect">
              <a:avLst/>
            </a:prstGeom>
          </p:spPr>
        </p:pic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80B93849-F6A5-A893-FFC0-73191D70ABCE}"/>
                </a:ext>
              </a:extLst>
            </p:cNvPr>
            <p:cNvSpPr txBox="1"/>
            <p:nvPr/>
          </p:nvSpPr>
          <p:spPr>
            <a:xfrm>
              <a:off x="1282362" y="4214379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يوزر غلبان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26" name="bom">
            <a:extLst>
              <a:ext uri="{FF2B5EF4-FFF2-40B4-BE49-F238E27FC236}">
                <a16:creationId xmlns:a16="http://schemas.microsoft.com/office/drawing/2014/main" id="{1C477704-D3DF-9F0C-BB89-44824561D4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6300" y="2239110"/>
            <a:ext cx="1291456" cy="1291456"/>
          </a:xfrm>
          <a:prstGeom prst="rect">
            <a:avLst/>
          </a:prstGeom>
        </p:spPr>
      </p:pic>
      <p:sp>
        <p:nvSpPr>
          <p:cNvPr id="11" name="Title 23">
            <a:extLst>
              <a:ext uri="{FF2B5EF4-FFF2-40B4-BE49-F238E27FC236}">
                <a16:creationId xmlns:a16="http://schemas.microsoft.com/office/drawing/2014/main" id="{0BF440E6-A713-2663-1AC5-118A84FD0885}"/>
              </a:ext>
            </a:extLst>
          </p:cNvPr>
          <p:cNvSpPr txBox="1">
            <a:spLocks/>
          </p:cNvSpPr>
          <p:nvPr/>
        </p:nvSpPr>
        <p:spPr>
          <a:xfrm>
            <a:off x="368765" y="5528419"/>
            <a:ext cx="2818463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chemeClr val="bg1"/>
                </a:solidFill>
              </a:rPr>
              <a:t>Fire Step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8639B2-C791-5CCF-779D-545E6476FD9F}"/>
              </a:ext>
            </a:extLst>
          </p:cNvPr>
          <p:cNvSpPr/>
          <p:nvPr/>
        </p:nvSpPr>
        <p:spPr>
          <a:xfrm>
            <a:off x="5442940" y="6286500"/>
            <a:ext cx="1422400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DEMO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862240-D9E2-48A1-2005-4995076CC7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70098" y="5603086"/>
            <a:ext cx="864744" cy="86474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049FD35-F5D1-67F8-8383-A4675CC5DC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6947" y="2493439"/>
            <a:ext cx="1060108" cy="1060108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CAF960C-3887-1CCA-4C4D-CEFE4AAE2092}"/>
              </a:ext>
            </a:extLst>
          </p:cNvPr>
          <p:cNvGrpSpPr/>
          <p:nvPr/>
        </p:nvGrpSpPr>
        <p:grpSpPr>
          <a:xfrm>
            <a:off x="8713547" y="2390501"/>
            <a:ext cx="1573495" cy="410132"/>
            <a:chOff x="7148558" y="2892795"/>
            <a:chExt cx="1865728" cy="410132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CF97099-7656-9B5E-9A39-7D19308A5517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58" y="3300259"/>
              <a:ext cx="1865728" cy="2668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C856788-BBC1-F0E7-7D0D-3E8A08D53522}"/>
                </a:ext>
              </a:extLst>
            </p:cNvPr>
            <p:cNvSpPr txBox="1"/>
            <p:nvPr/>
          </p:nvSpPr>
          <p:spPr>
            <a:xfrm>
              <a:off x="7182039" y="2892795"/>
              <a:ext cx="18322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Fetch comments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4B82D7-A977-2CBB-42D9-B2C5C793F6ED}"/>
              </a:ext>
            </a:extLst>
          </p:cNvPr>
          <p:cNvGrpSpPr/>
          <p:nvPr/>
        </p:nvGrpSpPr>
        <p:grpSpPr>
          <a:xfrm>
            <a:off x="8738629" y="3292910"/>
            <a:ext cx="1573494" cy="414525"/>
            <a:chOff x="7148558" y="3300259"/>
            <a:chExt cx="1865728" cy="414525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F6E260A-46FC-3821-A776-AFC5BFC92FA0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58" y="3300259"/>
              <a:ext cx="1865728" cy="2668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51DA23-3FE1-50CD-2E7F-6C02822AB10E}"/>
                </a:ext>
              </a:extLst>
            </p:cNvPr>
            <p:cNvSpPr txBox="1"/>
            <p:nvPr/>
          </p:nvSpPr>
          <p:spPr>
            <a:xfrm>
              <a:off x="7463944" y="3407007"/>
              <a:ext cx="13258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comments</a:t>
              </a:r>
            </a:p>
          </p:txBody>
        </p:sp>
      </p:grpSp>
      <p:pic>
        <p:nvPicPr>
          <p:cNvPr id="50" name="Graphic 49" descr="Database with solid fill">
            <a:extLst>
              <a:ext uri="{FF2B5EF4-FFF2-40B4-BE49-F238E27FC236}">
                <a16:creationId xmlns:a16="http://schemas.microsoft.com/office/drawing/2014/main" id="{B6E2CD17-EB3A-75F3-33D2-3D15D4EA2C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53" name="Title 23">
            <a:extLst>
              <a:ext uri="{FF2B5EF4-FFF2-40B4-BE49-F238E27FC236}">
                <a16:creationId xmlns:a16="http://schemas.microsoft.com/office/drawing/2014/main" id="{5C7E8E7F-AFD6-E240-091E-278D81D52CB3}"/>
              </a:ext>
            </a:extLst>
          </p:cNvPr>
          <p:cNvSpPr txBox="1">
            <a:spLocks/>
          </p:cNvSpPr>
          <p:nvPr/>
        </p:nvSpPr>
        <p:spPr>
          <a:xfrm>
            <a:off x="5434023" y="381593"/>
            <a:ext cx="2943357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Stored XSS</a:t>
            </a:r>
          </a:p>
        </p:txBody>
      </p:sp>
    </p:spTree>
    <p:extLst>
      <p:ext uri="{BB962C8B-B14F-4D97-AF65-F5344CB8AC3E}">
        <p14:creationId xmlns:p14="http://schemas.microsoft.com/office/powerpoint/2010/main" val="3087603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11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C9DE7-1F5B-D68D-9650-387D33CB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C71E2C1-B64E-CB41-94A3-1561C958E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07820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AB3E1A0-5D9F-63A4-420E-8A47BC3BCC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3DB7CA6-33FB-2DBF-AF21-45D12D7ACDA5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2D71A6-7EC0-B13A-91AC-0BDEAF79D47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E0E89CA-B5C3-C05B-75D8-1FE1C6D30076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092A003-3A9A-C625-B32E-F4806BBD05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60897B9-73AA-6A04-F288-2F8B3EC487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1089B-27B5-2239-5073-EEA4E8A376D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C40CBD-CD81-CF57-4060-92BD7B8CF7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25939"/>
            <a:ext cx="2301403" cy="973973"/>
          </a:xfrm>
          <a:prstGeom prst="rect">
            <a:avLst/>
          </a:prstGeom>
        </p:spPr>
      </p:pic>
      <p:pic>
        <p:nvPicPr>
          <p:cNvPr id="11" name="Graphic 10" descr="Transfer with solid fill">
            <a:extLst>
              <a:ext uri="{FF2B5EF4-FFF2-40B4-BE49-F238E27FC236}">
                <a16:creationId xmlns:a16="http://schemas.microsoft.com/office/drawing/2014/main" id="{B5223F05-5B8A-C836-1DD8-D7019102DA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flipV="1">
            <a:off x="4522344" y="592444"/>
            <a:ext cx="731296" cy="731296"/>
          </a:xfrm>
          <a:prstGeom prst="rect">
            <a:avLst/>
          </a:prstGeom>
        </p:spPr>
      </p:pic>
      <p:sp>
        <p:nvSpPr>
          <p:cNvPr id="18" name="Title 23">
            <a:extLst>
              <a:ext uri="{FF2B5EF4-FFF2-40B4-BE49-F238E27FC236}">
                <a16:creationId xmlns:a16="http://schemas.microsoft.com/office/drawing/2014/main" id="{CD94BA73-B28E-4132-BC84-ADA7B44A0F08}"/>
              </a:ext>
            </a:extLst>
          </p:cNvPr>
          <p:cNvSpPr txBox="1">
            <a:spLocks/>
          </p:cNvSpPr>
          <p:nvPr/>
        </p:nvSpPr>
        <p:spPr>
          <a:xfrm>
            <a:off x="5371164" y="400067"/>
            <a:ext cx="298774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CHALLENGE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733A10-6361-081E-9E80-4F3994B7F2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1166" y="1519270"/>
            <a:ext cx="1800861" cy="180086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6FF0A4C-BCFA-CFF3-1526-BB8741A0F2BD}"/>
              </a:ext>
            </a:extLst>
          </p:cNvPr>
          <p:cNvSpPr/>
          <p:nvPr/>
        </p:nvSpPr>
        <p:spPr>
          <a:xfrm>
            <a:off x="2738114" y="4509193"/>
            <a:ext cx="2863052" cy="47105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Stored XSS </a:t>
            </a:r>
            <a:r>
              <a:rPr lang="en-US" sz="1600" dirty="0" err="1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</a:t>
            </a:r>
            <a:endParaRPr lang="en-US" sz="1600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A0417D1-DB9C-FA98-5D62-D7161E1AE8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1596" y="3467795"/>
            <a:ext cx="3160401" cy="316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242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57B9A-1E79-AD52-C017-C547CE54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4935794A-120B-17A4-6787-022EBCF4D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306645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DOM XSS</a:t>
            </a:r>
          </a:p>
        </p:txBody>
      </p:sp>
      <p:pic>
        <p:nvPicPr>
          <p:cNvPr id="35" name="Graphic 34" descr="Hierarchy with solid fill">
            <a:extLst>
              <a:ext uri="{FF2B5EF4-FFF2-40B4-BE49-F238E27FC236}">
                <a16:creationId xmlns:a16="http://schemas.microsoft.com/office/drawing/2014/main" id="{E4B0A216-0009-C2EA-C76A-24A7FFC54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05022" y="3881231"/>
            <a:ext cx="914400" cy="914400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3263E6E0-F8B0-2B0B-6D63-88F9CEB74A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3AB3A58-EA3A-D510-E5FE-9AF82762F330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5F063ED-13C0-9DE7-8449-C8939A322A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7AEC011-CAC2-A075-1374-E5610ECA30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AD74197-66FC-4373-7210-60D05F284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8782BF7-391F-85B7-2590-7F64F3D542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7D80CC-3560-F905-A23C-1A75A8052394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E12E0EA-BB7B-2577-A1F6-B5D2324D9704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B2A9023-DDFF-A585-35EB-099DD10D96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13B56A-D897-8CB8-31D7-B6C06AA88C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30EEC8E-6162-38A9-20BB-03BF52AD79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DE6048-215C-32FA-B823-F803FF450115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B46D436-A373-5834-43FF-2DF810EDB4FC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0941C72-397B-E586-5554-23FF7EADB8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49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EB0B8-5A55-4EEC-1B02-87D4B795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02F5BE3C-EC94-1A53-9571-79851795DF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909CA86-35FB-DB13-F8FC-2E20D05F0378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CE5E904-67A4-EAA7-EE67-61D09268B56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6BE331-4CCB-3B62-EE3C-5DFE6BA5498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88C9FE1-C372-F22A-B734-0470A96AAD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6D9BC77-1ED2-A807-2505-CBCE7298EB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2786E73-996E-8C43-05BA-12412FA1849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EA59BE-2EA1-EE55-36F9-B18A974918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8D9D6B31-BBF3-3944-F0C0-FBD8E85461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7ADEA880-0553-83BC-3615-DDDB1D068A9D}"/>
              </a:ext>
            </a:extLst>
          </p:cNvPr>
          <p:cNvSpPr txBox="1">
            <a:spLocks/>
          </p:cNvSpPr>
          <p:nvPr/>
        </p:nvSpPr>
        <p:spPr>
          <a:xfrm>
            <a:off x="5434023" y="381593"/>
            <a:ext cx="2123965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00F45-5459-E685-D99B-2DC5EDBDDC21}"/>
              </a:ext>
            </a:extLst>
          </p:cNvPr>
          <p:cNvSpPr txBox="1"/>
          <p:nvPr/>
        </p:nvSpPr>
        <p:spPr>
          <a:xfrm>
            <a:off x="809587" y="2809786"/>
            <a:ext cx="10572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Document Object Model</a:t>
            </a:r>
            <a:r>
              <a:rPr lang="en-US" sz="3600" dirty="0">
                <a:solidFill>
                  <a:srgbClr val="FFFFFF"/>
                </a:solidFill>
              </a:rPr>
              <a:t> (</a:t>
            </a:r>
            <a:r>
              <a:rPr lang="en-US" sz="3600" b="1" dirty="0">
                <a:solidFill>
                  <a:srgbClr val="FFFFFF"/>
                </a:solidFill>
              </a:rPr>
              <a:t>DOM</a:t>
            </a:r>
            <a:r>
              <a:rPr lang="en-US" sz="3600" dirty="0">
                <a:solidFill>
                  <a:srgbClr val="FFFFFF"/>
                </a:solidFill>
              </a:rPr>
              <a:t>) represents page rendered elements in a tree structure</a:t>
            </a:r>
            <a:endParaRPr lang="en-US" sz="360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D1E52025-F7AD-5FC4-CF3B-CDA1CA2F5F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599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6B1F78-99E1-29AA-8D3D-8C2D91E9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0D3B7D01-6DF6-2C28-DCDA-3CB2FDE191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791D00-5201-83E0-AE1B-D68FE3301258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F74DA4D-25FE-98B7-D29B-A1AD1F0957F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4D1C11-6049-A3B3-993E-ECE8320AB3C0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1E16C91-141C-9B8F-1877-504E78746D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A996641-1B13-46C9-9098-723B7BB75A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4295849-2250-6D79-4792-E8DC1C304F8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0F7132-724F-6BA8-704A-ED5D8E90B70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2818235E-5DCF-4580-9A67-22A6EA7704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DC9B69FF-119D-3123-3A9F-0E2468896E6C}"/>
              </a:ext>
            </a:extLst>
          </p:cNvPr>
          <p:cNvSpPr txBox="1">
            <a:spLocks/>
          </p:cNvSpPr>
          <p:nvPr/>
        </p:nvSpPr>
        <p:spPr>
          <a:xfrm>
            <a:off x="5434024" y="381593"/>
            <a:ext cx="1550064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DOM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0EAC7B-0CCD-82D1-FC99-7DFB8F80E075}"/>
              </a:ext>
            </a:extLst>
          </p:cNvPr>
          <p:cNvSpPr txBox="1"/>
          <p:nvPr/>
        </p:nvSpPr>
        <p:spPr>
          <a:xfrm>
            <a:off x="1511057" y="1623346"/>
            <a:ext cx="9169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FFFF"/>
                </a:solidFill>
              </a:rPr>
              <a:t>Document Object Model</a:t>
            </a:r>
            <a:r>
              <a:rPr lang="en-US" sz="2800" dirty="0">
                <a:solidFill>
                  <a:srgbClr val="FFFFFF"/>
                </a:solidFill>
              </a:rPr>
              <a:t> (</a:t>
            </a:r>
            <a:r>
              <a:rPr lang="en-US" sz="2800" b="1" dirty="0">
                <a:solidFill>
                  <a:srgbClr val="FFFFFF"/>
                </a:solidFill>
              </a:rPr>
              <a:t>DOM</a:t>
            </a:r>
            <a:r>
              <a:rPr lang="en-US" sz="2800" dirty="0">
                <a:solidFill>
                  <a:srgbClr val="FFFFFF"/>
                </a:solidFill>
              </a:rPr>
              <a:t>) represents page rendered elements in a tree structure</a:t>
            </a:r>
            <a:endParaRPr lang="en-US" sz="28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F4EC51-B18C-9762-B80B-205190325DA4}"/>
              </a:ext>
            </a:extLst>
          </p:cNvPr>
          <p:cNvSpPr/>
          <p:nvPr/>
        </p:nvSpPr>
        <p:spPr>
          <a:xfrm>
            <a:off x="1511057" y="2969689"/>
            <a:ext cx="4519300" cy="3047407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274B3-B63E-6D39-901B-5268B8252A08}"/>
              </a:ext>
            </a:extLst>
          </p:cNvPr>
          <p:cNvSpPr txBox="1"/>
          <p:nvPr/>
        </p:nvSpPr>
        <p:spPr>
          <a:xfrm>
            <a:off x="1794367" y="3258661"/>
            <a:ext cx="3931191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Document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Hello, World!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997943B-7B47-31F2-30EE-C05BE3A4EA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9505801"/>
              </p:ext>
            </p:extLst>
          </p:nvPr>
        </p:nvGraphicFramePr>
        <p:xfrm>
          <a:off x="6471590" y="2966419"/>
          <a:ext cx="4144161" cy="2907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1" name="Picture 2">
            <a:extLst>
              <a:ext uri="{FF2B5EF4-FFF2-40B4-BE49-F238E27FC236}">
                <a16:creationId xmlns:a16="http://schemas.microsoft.com/office/drawing/2014/main" id="{2F0BCCD0-C168-BAF4-8E65-442AB97D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307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9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Graphic spid="8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D99E6-9887-686D-E730-55489BAC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4CE2642F-7944-C43B-F476-F30B051625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69F08EE-3B8F-2D95-8CA3-F4E0E20B2E86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3A2FE2-9BFC-7D91-3AA4-FBC62E0013D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41EA84A-CA1C-144D-484B-90E9153BBFEC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52142C1-BC1F-8048-5774-9E22E92CC5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A60EE08-5FD9-297B-FF3D-24E0BA3F86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926B9BA-3D29-CF92-B37D-257B304DCD6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ED901F0-D5B5-1DFB-EE03-548668AC57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49CFA8E4-5498-D567-98EA-CF5382513F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F5C06223-20D1-7C37-74D7-34B30337D6E2}"/>
              </a:ext>
            </a:extLst>
          </p:cNvPr>
          <p:cNvSpPr txBox="1">
            <a:spLocks/>
          </p:cNvSpPr>
          <p:nvPr/>
        </p:nvSpPr>
        <p:spPr>
          <a:xfrm>
            <a:off x="5489439" y="381593"/>
            <a:ext cx="2259865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DOM XSS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2F5892-F303-CB02-EE4E-3E451C6A5F1E}"/>
              </a:ext>
            </a:extLst>
          </p:cNvPr>
          <p:cNvSpPr txBox="1"/>
          <p:nvPr/>
        </p:nvSpPr>
        <p:spPr>
          <a:xfrm>
            <a:off x="730830" y="2717890"/>
            <a:ext cx="10572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XSS attack wherein the attack payload is executed as a result of </a:t>
            </a:r>
            <a:r>
              <a:rPr lang="en-US" sz="3200" b="1" dirty="0">
                <a:solidFill>
                  <a:schemeClr val="bg1"/>
                </a:solidFill>
              </a:rPr>
              <a:t>modifying the DOM unsafely </a:t>
            </a:r>
            <a:r>
              <a:rPr lang="en-US" sz="3200" dirty="0">
                <a:solidFill>
                  <a:schemeClr val="bg1"/>
                </a:solidFill>
              </a:rPr>
              <a:t>in the victim’s browser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5DAB7-9256-9EA9-74E0-640CD899A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035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1F986A-15C6-17AA-BB19-0FF3AFD73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57DEAFE-71AA-49CE-1ACF-ACC9681415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019CEBE-94E3-6DCA-955B-9B9204941D6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F7EDE11-1C00-F9F7-B4BF-C8DA6042D4B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B68267-30F6-B708-FB7C-3F39B4531806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9071288-2897-F1AE-A1CA-ED4644C5E9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AF5344B-9B7A-8CB3-64D4-CD4F765BB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37C81A6-186A-3A64-368D-29BDD174285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CAFCD-3B75-8ADE-9080-B7811EC94F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2E2812-46D5-6DBA-F28F-D743859991AA}"/>
              </a:ext>
            </a:extLst>
          </p:cNvPr>
          <p:cNvSpPr/>
          <p:nvPr/>
        </p:nvSpPr>
        <p:spPr>
          <a:xfrm>
            <a:off x="1064436" y="1621744"/>
            <a:ext cx="9367557" cy="4375582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A6E80-DD03-BFFE-6EBE-1196259F68DA}"/>
              </a:ext>
            </a:extLst>
          </p:cNvPr>
          <p:cNvSpPr txBox="1"/>
          <p:nvPr/>
        </p:nvSpPr>
        <p:spPr>
          <a:xfrm>
            <a:off x="1402086" y="1939725"/>
            <a:ext cx="895155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DOM XSS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title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head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Welcome Page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div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"output"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div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var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userInput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location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hash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substring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document</a:t>
            </a:r>
            <a:r>
              <a:rPr lang="en-US" b="0" dirty="0" err="1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  <a:r>
              <a:rPr lang="en-US" b="0" dirty="0" err="1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getElementById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"output"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).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innerHTML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userInput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 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body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html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25AA487-C4C0-CDF6-6456-183414B52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phic 6" descr="Hierarchy with solid fill">
            <a:extLst>
              <a:ext uri="{FF2B5EF4-FFF2-40B4-BE49-F238E27FC236}">
                <a16:creationId xmlns:a16="http://schemas.microsoft.com/office/drawing/2014/main" id="{B7A68C6E-49B0-12ED-6601-35CF77006A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013959" y="577122"/>
            <a:ext cx="731296" cy="731296"/>
          </a:xfrm>
          <a:prstGeom prst="rect">
            <a:avLst/>
          </a:prstGeom>
        </p:spPr>
      </p:pic>
      <p:sp>
        <p:nvSpPr>
          <p:cNvPr id="8" name="Title 23">
            <a:extLst>
              <a:ext uri="{FF2B5EF4-FFF2-40B4-BE49-F238E27FC236}">
                <a16:creationId xmlns:a16="http://schemas.microsoft.com/office/drawing/2014/main" id="{B217B708-D52F-0E71-B804-D9EA6946B0C7}"/>
              </a:ext>
            </a:extLst>
          </p:cNvPr>
          <p:cNvSpPr txBox="1">
            <a:spLocks/>
          </p:cNvSpPr>
          <p:nvPr/>
        </p:nvSpPr>
        <p:spPr>
          <a:xfrm>
            <a:off x="4745256" y="376051"/>
            <a:ext cx="3752534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SPOT DOM XSS</a:t>
            </a:r>
          </a:p>
        </p:txBody>
      </p:sp>
    </p:spTree>
    <p:extLst>
      <p:ext uri="{BB962C8B-B14F-4D97-AF65-F5344CB8AC3E}">
        <p14:creationId xmlns:p14="http://schemas.microsoft.com/office/powerpoint/2010/main" val="1932293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718D2-CF70-7AC1-D4B2-0E8AFD98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229393A-3C97-8B24-7496-3E63ADD1A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64D9B08-613D-0699-B4FB-C25DB77FA027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4FF738-8A2B-34BF-4F86-CAE443E21AE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4EB383A-8C29-28F1-C19A-23D307752D81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A9B173E-63B4-9D78-9180-61BCA9B997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10BF16D-3374-44BD-7BAB-96489214F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8EE799E-5956-64A8-5A94-32DEAC10419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2EE2A7-1C0B-0E6B-D30F-AA3BDC75E4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82600F70-BD52-E596-5148-B18C36CA7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4CA27146-70AE-8665-9D80-A4E1D46A41BA}"/>
              </a:ext>
            </a:extLst>
          </p:cNvPr>
          <p:cNvSpPr txBox="1">
            <a:spLocks/>
          </p:cNvSpPr>
          <p:nvPr/>
        </p:nvSpPr>
        <p:spPr>
          <a:xfrm>
            <a:off x="5456454" y="381593"/>
            <a:ext cx="2352567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DOM XSS</a:t>
            </a:r>
          </a:p>
        </p:txBody>
      </p:sp>
      <p:pic>
        <p:nvPicPr>
          <p:cNvPr id="3" name="browser">
            <a:extLst>
              <a:ext uri="{FF2B5EF4-FFF2-40B4-BE49-F238E27FC236}">
                <a16:creationId xmlns:a16="http://schemas.microsoft.com/office/drawing/2014/main" id="{AC2FF745-B9B9-218C-3B0A-E99D434E3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8533" y="2460844"/>
            <a:ext cx="1292673" cy="129267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DFD18C5-3937-BF0D-A446-4310D7443D82}"/>
              </a:ext>
            </a:extLst>
          </p:cNvPr>
          <p:cNvGrpSpPr/>
          <p:nvPr/>
        </p:nvGrpSpPr>
        <p:grpSpPr>
          <a:xfrm>
            <a:off x="2826327" y="2810732"/>
            <a:ext cx="1874982" cy="353221"/>
            <a:chOff x="2798619" y="3300259"/>
            <a:chExt cx="1874982" cy="353221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6269784-101C-8014-FB91-D30D82963EC9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717606-A881-C1D9-5A34-E75FC928B4B4}"/>
                </a:ext>
              </a:extLst>
            </p:cNvPr>
            <p:cNvSpPr txBox="1"/>
            <p:nvPr/>
          </p:nvSpPr>
          <p:spPr>
            <a:xfrm>
              <a:off x="3243369" y="3300259"/>
              <a:ext cx="9854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visits URL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3389CCDF-C182-A74C-1CCE-6874CCFEB523}"/>
              </a:ext>
            </a:extLst>
          </p:cNvPr>
          <p:cNvSpPr/>
          <p:nvPr/>
        </p:nvSpPr>
        <p:spPr>
          <a:xfrm>
            <a:off x="2678890" y="3409272"/>
            <a:ext cx="2244041" cy="250860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http://vuln.com?search=</a:t>
            </a:r>
            <a:r>
              <a:rPr lang="en-US" sz="1000" b="1" dirty="0">
                <a:solidFill>
                  <a:srgbClr val="FF000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malicious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427907-9761-A5E9-7E15-4B3EB0BCFD77}"/>
              </a:ext>
            </a:extLst>
          </p:cNvPr>
          <p:cNvGrpSpPr/>
          <p:nvPr/>
        </p:nvGrpSpPr>
        <p:grpSpPr>
          <a:xfrm>
            <a:off x="6782106" y="2750808"/>
            <a:ext cx="3062975" cy="434330"/>
            <a:chOff x="6702103" y="2878429"/>
            <a:chExt cx="3062975" cy="43433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AB4A782-3E49-8911-29F0-AC338D451348}"/>
                </a:ext>
              </a:extLst>
            </p:cNvPr>
            <p:cNvCxnSpPr>
              <a:cxnSpLocks/>
            </p:cNvCxnSpPr>
            <p:nvPr/>
          </p:nvCxnSpPr>
          <p:spPr>
            <a:xfrm>
              <a:off x="7277626" y="3312759"/>
              <a:ext cx="1911927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68F903-7B9B-B5EE-3CE2-69C1C2ED96F6}"/>
                </a:ext>
              </a:extLst>
            </p:cNvPr>
            <p:cNvSpPr txBox="1"/>
            <p:nvPr/>
          </p:nvSpPr>
          <p:spPr>
            <a:xfrm>
              <a:off x="6702103" y="2878429"/>
              <a:ext cx="30629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document.write</a:t>
              </a:r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(“</a:t>
              </a:r>
              <a:r>
                <a:rPr lang="en-US" sz="1400" b="1" dirty="0">
                  <a:solidFill>
                    <a:srgbClr val="FF0000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malicious</a:t>
              </a:r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”)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17D39E-0304-9A7B-0F69-9CE2F2BB8ABE}"/>
              </a:ext>
            </a:extLst>
          </p:cNvPr>
          <p:cNvGrpSpPr/>
          <p:nvPr/>
        </p:nvGrpSpPr>
        <p:grpSpPr>
          <a:xfrm>
            <a:off x="1310070" y="2612980"/>
            <a:ext cx="1118202" cy="1481204"/>
            <a:chOff x="1282362" y="3102507"/>
            <a:chExt cx="1118202" cy="1481204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0CE68893-A9CB-BA27-4AB9-CD609ED58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348723" y="3102507"/>
              <a:ext cx="985481" cy="985481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2AED917-1B49-E1F2-6F1E-D518099FA10A}"/>
                </a:ext>
              </a:extLst>
            </p:cNvPr>
            <p:cNvSpPr txBox="1"/>
            <p:nvPr/>
          </p:nvSpPr>
          <p:spPr>
            <a:xfrm>
              <a:off x="1282362" y="4214379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يوزر غلبان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7F514A2-40D2-EB75-5F3E-07E725F50683}"/>
              </a:ext>
            </a:extLst>
          </p:cNvPr>
          <p:cNvGrpSpPr/>
          <p:nvPr/>
        </p:nvGrpSpPr>
        <p:grpSpPr>
          <a:xfrm>
            <a:off x="3138356" y="4860173"/>
            <a:ext cx="1118202" cy="1306133"/>
            <a:chOff x="3110648" y="5349700"/>
            <a:chExt cx="1118202" cy="1306133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CB9028A-F6AB-BF16-50B3-D1B199151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43369" y="5349700"/>
              <a:ext cx="899630" cy="89963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ED11FCC-3DC0-A903-38EB-7B69569B41F4}"/>
                </a:ext>
              </a:extLst>
            </p:cNvPr>
            <p:cNvSpPr txBox="1"/>
            <p:nvPr/>
          </p:nvSpPr>
          <p:spPr>
            <a:xfrm>
              <a:off x="3110648" y="6286501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هاكر شرير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29433E8-33FA-1CDC-FEF0-89D02A49619A}"/>
              </a:ext>
            </a:extLst>
          </p:cNvPr>
          <p:cNvGrpSpPr/>
          <p:nvPr/>
        </p:nvGrpSpPr>
        <p:grpSpPr>
          <a:xfrm>
            <a:off x="3720892" y="3968600"/>
            <a:ext cx="1571690" cy="699104"/>
            <a:chOff x="3693184" y="4458127"/>
            <a:chExt cx="1571690" cy="699104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3108832-F599-B450-A195-557003D19C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184" y="4458127"/>
              <a:ext cx="0" cy="699104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7DC6B8C-643B-3122-1580-E70A1A4BD78F}"/>
                </a:ext>
              </a:extLst>
            </p:cNvPr>
            <p:cNvSpPr txBox="1"/>
            <p:nvPr/>
          </p:nvSpPr>
          <p:spPr>
            <a:xfrm>
              <a:off x="3792974" y="4692926"/>
              <a:ext cx="14719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Crafts bad URL</a:t>
              </a:r>
            </a:p>
          </p:txBody>
        </p:sp>
      </p:grpSp>
      <p:pic>
        <p:nvPicPr>
          <p:cNvPr id="43" name="bom">
            <a:extLst>
              <a:ext uri="{FF2B5EF4-FFF2-40B4-BE49-F238E27FC236}">
                <a16:creationId xmlns:a16="http://schemas.microsoft.com/office/drawing/2014/main" id="{DC09ABAC-8B03-0E22-7ABF-1ACFD16A04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4570" y="2490351"/>
            <a:ext cx="1291456" cy="1291456"/>
          </a:xfrm>
          <a:prstGeom prst="rect">
            <a:avLst/>
          </a:prstGeom>
        </p:spPr>
      </p:pic>
      <p:pic>
        <p:nvPicPr>
          <p:cNvPr id="47" name="Graphic 46" descr="Branching diagram with solid fill">
            <a:extLst>
              <a:ext uri="{FF2B5EF4-FFF2-40B4-BE49-F238E27FC236}">
                <a16:creationId xmlns:a16="http://schemas.microsoft.com/office/drawing/2014/main" id="{71652D5B-0A74-8D3A-9ACD-27DF1F7BA4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9907603" y="2490351"/>
            <a:ext cx="1329559" cy="1329559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22266383-0CBB-883E-81E8-700EAA1B2A06}"/>
              </a:ext>
            </a:extLst>
          </p:cNvPr>
          <p:cNvSpPr txBox="1"/>
          <p:nvPr/>
        </p:nvSpPr>
        <p:spPr>
          <a:xfrm>
            <a:off x="7664038" y="3275111"/>
            <a:ext cx="14359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DOM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8BC8A7-A84B-2DA7-F784-E55F0C3B13F8}"/>
              </a:ext>
            </a:extLst>
          </p:cNvPr>
          <p:cNvSpPr/>
          <p:nvPr/>
        </p:nvSpPr>
        <p:spPr>
          <a:xfrm>
            <a:off x="5442940" y="6286500"/>
            <a:ext cx="1422400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DEMO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691AB019-6B47-B9CF-35C4-8724DC61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388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48" grpId="0"/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89F1C1-9366-9276-D6B4-407C26D8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51FA178-847F-C871-FB1F-5742B7F067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9C6FBC3-6C4D-A9D9-0191-A1B10D8E2DBD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3D378E3-D1D7-F282-5E49-F7A2C66D2941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757101B-E656-7729-C57D-2AC413EE05EF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56ADA7A-AFC3-4E6F-54CB-92909ADB06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4B86E1-56C7-69D5-3BAA-5A87D930B2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7AE3133-D8E2-71CF-A7D0-1F195206945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5B1AF7-68CF-E9D4-6996-4440067981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F6534F5B-E6F4-AB20-9941-03E48A13CC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13959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BBB4EEBA-44BF-3198-D2C0-796120443FBC}"/>
              </a:ext>
            </a:extLst>
          </p:cNvPr>
          <p:cNvSpPr txBox="1">
            <a:spLocks/>
          </p:cNvSpPr>
          <p:nvPr/>
        </p:nvSpPr>
        <p:spPr>
          <a:xfrm>
            <a:off x="4745255" y="376051"/>
            <a:ext cx="4140127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DOM XSS Sources</a:t>
            </a:r>
          </a:p>
        </p:txBody>
      </p:sp>
      <p:pic>
        <p:nvPicPr>
          <p:cNvPr id="1026" name="Picture 2" descr="DOM-based XSS: DOM sources explained">
            <a:extLst>
              <a:ext uri="{FF2B5EF4-FFF2-40B4-BE49-F238E27FC236}">
                <a16:creationId xmlns:a16="http://schemas.microsoft.com/office/drawing/2014/main" id="{CEC7322E-CA05-1C9A-189D-BB056D7EF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252" y="1699477"/>
            <a:ext cx="7346530" cy="4132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23">
            <a:extLst>
              <a:ext uri="{FF2B5EF4-FFF2-40B4-BE49-F238E27FC236}">
                <a16:creationId xmlns:a16="http://schemas.microsoft.com/office/drawing/2014/main" id="{F2CA4670-B08B-ADEF-0FA6-0CB4F25A3268}"/>
              </a:ext>
            </a:extLst>
          </p:cNvPr>
          <p:cNvSpPr txBox="1">
            <a:spLocks/>
          </p:cNvSpPr>
          <p:nvPr/>
        </p:nvSpPr>
        <p:spPr>
          <a:xfrm>
            <a:off x="318593" y="2086637"/>
            <a:ext cx="3465360" cy="3150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JavaScript properties that contain user-controllable data, which attackers can manipulate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A73CCBA6-1042-4057-672F-0F4B704B7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396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61219-4372-D6EC-5569-AF4EB90AB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C4DB6531-AE9E-E705-AF3D-A9E64C788C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2CD4408-C976-EA53-8CCF-51A4BC74A1DE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5F6E081-3D22-1210-70E6-18738646FEA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275B73E-71EF-4D45-9286-95287701C6F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B0CB686-302B-5F5D-4B8D-D6FCA7D61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CE5224F-6904-E945-6292-E64FF6124F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E699A0C-7BAD-C4AE-E773-6BEB31B11647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D8973-F9F7-BEE9-23E0-5B2F4D42E2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F1F5C8F8-74F0-1A8A-B763-567013CD83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13959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760D6445-9075-483A-9ECF-54464D20296C}"/>
              </a:ext>
            </a:extLst>
          </p:cNvPr>
          <p:cNvSpPr txBox="1">
            <a:spLocks/>
          </p:cNvSpPr>
          <p:nvPr/>
        </p:nvSpPr>
        <p:spPr>
          <a:xfrm>
            <a:off x="4745257" y="376051"/>
            <a:ext cx="3576707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DOM XSS Sinks</a:t>
            </a:r>
          </a:p>
        </p:txBody>
      </p:sp>
      <p:sp>
        <p:nvSpPr>
          <p:cNvPr id="20" name="Title 23">
            <a:extLst>
              <a:ext uri="{FF2B5EF4-FFF2-40B4-BE49-F238E27FC236}">
                <a16:creationId xmlns:a16="http://schemas.microsoft.com/office/drawing/2014/main" id="{60548F26-5FA5-9A71-16F1-87B3CEEA27EF}"/>
              </a:ext>
            </a:extLst>
          </p:cNvPr>
          <p:cNvSpPr txBox="1">
            <a:spLocks/>
          </p:cNvSpPr>
          <p:nvPr/>
        </p:nvSpPr>
        <p:spPr>
          <a:xfrm>
            <a:off x="318593" y="2086637"/>
            <a:ext cx="3465360" cy="31507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chemeClr val="bg1"/>
                </a:solidFill>
              </a:rPr>
              <a:t>JavaScript functions that can execute or render user-controllable data.</a:t>
            </a:r>
          </a:p>
        </p:txBody>
      </p:sp>
      <p:pic>
        <p:nvPicPr>
          <p:cNvPr id="2052" name="Picture 4" descr="DOM-based XSS: DOM sinks explained">
            <a:extLst>
              <a:ext uri="{FF2B5EF4-FFF2-40B4-BE49-F238E27FC236}">
                <a16:creationId xmlns:a16="http://schemas.microsoft.com/office/drawing/2014/main" id="{A52589C4-CA62-8057-BE92-B8A03DD1D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956" y="1699477"/>
            <a:ext cx="7342632" cy="413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E62BD9-A826-AD5C-1282-B89EC671F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4877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438A8B-B9F3-A3C9-87C7-2FEEBDB5D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06272D8-6BAC-D99E-21BD-FD5C787FA4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39A1A2A-FE79-F888-3BE6-6DEA8DBED2A2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9CD95D5-AF71-58B7-E4BF-A827E8BB7CA6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2A7AC0F-F764-3B97-9ACC-74DFAC852FB0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0AC93F-B3CF-F82F-5272-134F49F56D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8D68000-A22C-B26D-32BC-18741E2974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F95710C-E32C-6996-E03B-F6E4685E6503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AB58E3-BE97-CEAC-4F7A-98C16574E9F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Hierarchy with solid fill">
            <a:extLst>
              <a:ext uri="{FF2B5EF4-FFF2-40B4-BE49-F238E27FC236}">
                <a16:creationId xmlns:a16="http://schemas.microsoft.com/office/drawing/2014/main" id="{7F5FA738-D288-049F-246D-6777E5B2EC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013959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21AED5F3-37B6-83BE-8C99-D7444985D07E}"/>
              </a:ext>
            </a:extLst>
          </p:cNvPr>
          <p:cNvSpPr txBox="1">
            <a:spLocks/>
          </p:cNvSpPr>
          <p:nvPr/>
        </p:nvSpPr>
        <p:spPr>
          <a:xfrm>
            <a:off x="4745257" y="376051"/>
            <a:ext cx="3844559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Detect DOM XSS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E21CF9-F14F-735B-5FD3-34FB8771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F55CD7-8806-2AE4-AD5F-7C6889BC5C6D}"/>
              </a:ext>
            </a:extLst>
          </p:cNvPr>
          <p:cNvSpPr/>
          <p:nvPr/>
        </p:nvSpPr>
        <p:spPr>
          <a:xfrm>
            <a:off x="5442940" y="6286500"/>
            <a:ext cx="1422400" cy="36265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iome" panose="020B0502040204020203" pitchFamily="34" charset="0"/>
                <a:cs typeface="Biome" panose="020B0502040204020203" pitchFamily="34" charset="0"/>
              </a:rPr>
              <a:t>DEMO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3EAA4F-A77E-D77B-D150-89137D878563}"/>
              </a:ext>
            </a:extLst>
          </p:cNvPr>
          <p:cNvCxnSpPr>
            <a:cxnSpLocks/>
          </p:cNvCxnSpPr>
          <p:nvPr/>
        </p:nvCxnSpPr>
        <p:spPr>
          <a:xfrm>
            <a:off x="6197594" y="1699490"/>
            <a:ext cx="0" cy="40917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B0379CC-560E-4FC4-5DF6-01B38FCED305}"/>
              </a:ext>
            </a:extLst>
          </p:cNvPr>
          <p:cNvSpPr txBox="1"/>
          <p:nvPr/>
        </p:nvSpPr>
        <p:spPr>
          <a:xfrm>
            <a:off x="1499106" y="1583394"/>
            <a:ext cx="3844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DOM runtime interception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18D7BB-2C2C-5848-CF7A-F35CC4948B6A}"/>
              </a:ext>
            </a:extLst>
          </p:cNvPr>
          <p:cNvSpPr txBox="1"/>
          <p:nvPr/>
        </p:nvSpPr>
        <p:spPr>
          <a:xfrm>
            <a:off x="6870606" y="1583393"/>
            <a:ext cx="3844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Static code analysis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53D213-DDE4-45C3-83B2-6CBF16CB82F2}"/>
              </a:ext>
            </a:extLst>
          </p:cNvPr>
          <p:cNvSpPr/>
          <p:nvPr/>
        </p:nvSpPr>
        <p:spPr>
          <a:xfrm>
            <a:off x="993057" y="2428155"/>
            <a:ext cx="3844558" cy="870527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1) Type some input in DOM source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B8926D-2687-A511-2290-F71E300C2C93}"/>
              </a:ext>
            </a:extLst>
          </p:cNvPr>
          <p:cNvSpPr/>
          <p:nvPr/>
        </p:nvSpPr>
        <p:spPr>
          <a:xfrm>
            <a:off x="993057" y="3500123"/>
            <a:ext cx="3844558" cy="870527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2) Open browser </a:t>
            </a:r>
            <a:r>
              <a:rPr lang="en-US" b="1" dirty="0"/>
              <a:t>Inspector </a:t>
            </a:r>
            <a:r>
              <a:rPr lang="en-US" dirty="0"/>
              <a:t>to catch DOM sinks</a:t>
            </a:r>
            <a:endParaRPr lang="en-US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5964104-2527-A13E-AA7E-DF57733276DF}"/>
              </a:ext>
            </a:extLst>
          </p:cNvPr>
          <p:cNvSpPr/>
          <p:nvPr/>
        </p:nvSpPr>
        <p:spPr>
          <a:xfrm>
            <a:off x="1765705" y="4701074"/>
            <a:ext cx="2281382" cy="870527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View page source</a:t>
            </a:r>
          </a:p>
        </p:txBody>
      </p:sp>
      <p:pic>
        <p:nvPicPr>
          <p:cNvPr id="23" name="Graphic 22" descr="Close with solid fill">
            <a:extLst>
              <a:ext uri="{FF2B5EF4-FFF2-40B4-BE49-F238E27FC236}">
                <a16:creationId xmlns:a16="http://schemas.microsoft.com/office/drawing/2014/main" id="{3196E5BC-47BD-CAF9-4AC9-5B05A871D8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5211" y="4500029"/>
            <a:ext cx="1326177" cy="1326177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E6050F0-3953-50A5-CADA-BDBDF9C80A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8972" y="3090331"/>
            <a:ext cx="662926" cy="677337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189ED4B-CDD3-BC42-7E18-C424F40ADB3F}"/>
              </a:ext>
            </a:extLst>
          </p:cNvPr>
          <p:cNvSpPr/>
          <p:nvPr/>
        </p:nvSpPr>
        <p:spPr>
          <a:xfrm>
            <a:off x="6951032" y="2411052"/>
            <a:ext cx="3844556" cy="870527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Analyze each JS source code files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95EACA5-3FC1-6293-485E-F19C19E14EBE}"/>
              </a:ext>
            </a:extLst>
          </p:cNvPr>
          <p:cNvSpPr/>
          <p:nvPr/>
        </p:nvSpPr>
        <p:spPr>
          <a:xfrm>
            <a:off x="6951031" y="3496483"/>
            <a:ext cx="3844555" cy="870527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and time consuming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7F4F5A-467D-6EA2-E1BD-DCCB2BF4888D}"/>
              </a:ext>
            </a:extLst>
          </p:cNvPr>
          <p:cNvSpPr/>
          <p:nvPr/>
        </p:nvSpPr>
        <p:spPr>
          <a:xfrm>
            <a:off x="7915434" y="4814219"/>
            <a:ext cx="1754902" cy="757382"/>
          </a:xfrm>
          <a:prstGeom prst="roundRect">
            <a:avLst>
              <a:gd name="adj" fmla="val 50000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can help</a:t>
            </a:r>
          </a:p>
        </p:txBody>
      </p:sp>
      <p:pic>
        <p:nvPicPr>
          <p:cNvPr id="42" name="Graphic 41" descr="Link with solid fill">
            <a:hlinkClick r:id="rId12"/>
            <a:extLst>
              <a:ext uri="{FF2B5EF4-FFF2-40B4-BE49-F238E27FC236}">
                <a16:creationId xmlns:a16="http://schemas.microsoft.com/office/drawing/2014/main" id="{12527E75-EDBB-2112-E28A-344E6C2D815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007043" y="2616546"/>
            <a:ext cx="421144" cy="42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1438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  <p:bldP spid="13" grpId="0"/>
      <p:bldP spid="15" grpId="0" animBg="1"/>
      <p:bldP spid="17" grpId="0" animBg="1"/>
      <p:bldP spid="18" grpId="0" animBg="1"/>
      <p:bldP spid="33" grpId="0" animBg="1"/>
      <p:bldP spid="34" grpId="0" animBg="1"/>
      <p:bldP spid="3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E5FF10-795C-78AC-EE8D-E802835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34063AE-5F1E-6313-4FBA-70B37F35D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07820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0765B8F-FBDB-A58B-CBE1-B5D8059E18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C71505-06F7-6BA7-4FB0-00D78B667933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8E0F81-5C4F-4374-1E6B-EAB92206CCE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32FFC35-1B7F-C467-CB68-EB046B34DDA8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9FE24AA-E9D6-4C80-C26E-1E4F7190C2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1453A5A-A1E7-4B3A-43B3-CF084B7A9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99FDC66-588A-A499-1463-25C4EE7410E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F9E263-DDE2-A8B1-2659-0B7E2CE28C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25939"/>
            <a:ext cx="2301403" cy="973973"/>
          </a:xfrm>
          <a:prstGeom prst="rect">
            <a:avLst/>
          </a:prstGeom>
        </p:spPr>
      </p:pic>
      <p:sp>
        <p:nvSpPr>
          <p:cNvPr id="18" name="Title 23">
            <a:extLst>
              <a:ext uri="{FF2B5EF4-FFF2-40B4-BE49-F238E27FC236}">
                <a16:creationId xmlns:a16="http://schemas.microsoft.com/office/drawing/2014/main" id="{C750E76E-A9CB-2551-2060-79A6E81266A7}"/>
              </a:ext>
            </a:extLst>
          </p:cNvPr>
          <p:cNvSpPr txBox="1">
            <a:spLocks/>
          </p:cNvSpPr>
          <p:nvPr/>
        </p:nvSpPr>
        <p:spPr>
          <a:xfrm>
            <a:off x="5001716" y="390831"/>
            <a:ext cx="2987741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CHALLENGE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AB447B-A8D8-764F-C5DB-A65FC60990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1166" y="1519270"/>
            <a:ext cx="1800861" cy="1800861"/>
          </a:xfrm>
          <a:prstGeom prst="rect">
            <a:avLst/>
          </a:prstGeom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5F1AD81-4BA9-A91F-F305-C0282F53ED95}"/>
              </a:ext>
            </a:extLst>
          </p:cNvPr>
          <p:cNvSpPr/>
          <p:nvPr/>
        </p:nvSpPr>
        <p:spPr>
          <a:xfrm>
            <a:off x="2738114" y="4509193"/>
            <a:ext cx="2863052" cy="471055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DOM XSS </a:t>
            </a:r>
            <a:r>
              <a:rPr lang="en-US" sz="1600" dirty="0" err="1">
                <a:solidFill>
                  <a:schemeClr val="bg1"/>
                </a:solidFill>
                <a:latin typeface="Biome" panose="020B0502040204020203" pitchFamily="34" charset="0"/>
                <a:cs typeface="Biome" panose="020B0502040204020203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</a:t>
            </a:r>
            <a:endParaRPr lang="en-US" sz="1600" dirty="0">
              <a:solidFill>
                <a:schemeClr val="bg1"/>
              </a:solidFill>
              <a:latin typeface="Biome" panose="020B0502040204020203" pitchFamily="34" charset="0"/>
              <a:cs typeface="Biome" panose="020B0502040204020203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0482C7F-1233-9195-1334-A2D13C2C40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01596" y="3467795"/>
            <a:ext cx="3160401" cy="3160401"/>
          </a:xfrm>
          <a:prstGeom prst="rect">
            <a:avLst/>
          </a:prstGeom>
        </p:spPr>
      </p:pic>
      <p:pic>
        <p:nvPicPr>
          <p:cNvPr id="3" name="Graphic 2" descr="Hierarchy with solid fill">
            <a:extLst>
              <a:ext uri="{FF2B5EF4-FFF2-40B4-BE49-F238E27FC236}">
                <a16:creationId xmlns:a16="http://schemas.microsoft.com/office/drawing/2014/main" id="{6934425A-6FB0-865D-386D-E09821AFA3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013959" y="577122"/>
            <a:ext cx="731296" cy="73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66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71511-3D34-5914-3FA9-6A8935E7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EDD75E7C-6627-5E67-9FFB-17CB3049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175096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Blind XSS</a:t>
            </a:r>
          </a:p>
        </p:txBody>
      </p:sp>
      <p:pic>
        <p:nvPicPr>
          <p:cNvPr id="35" name="Graphic 34" descr="Blind with solid fill">
            <a:extLst>
              <a:ext uri="{FF2B5EF4-FFF2-40B4-BE49-F238E27FC236}">
                <a16:creationId xmlns:a16="http://schemas.microsoft.com/office/drawing/2014/main" id="{E9113407-CDD3-3B81-F3CC-D614E76C5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05022" y="3749682"/>
            <a:ext cx="914400" cy="914400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E4847886-CAE3-DB07-9170-E51B3FDC3C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4135A87-5E12-5A91-2A84-AFA81CC7307E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31C0B20-67C1-B434-7EE9-1322F7E4F8C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84AA7A-8DF8-D869-0E94-319FCED53C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CF8C026-27E1-1745-A34C-6FC4419657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75A5AD-CFFE-EDEF-593C-9669D6800D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BF71AD-9C81-B626-A430-A2565B98EFB4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56B8177-BC29-9CC9-8118-2DFC3DC768E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506DDAA-02C1-B919-2C02-CBE75C7D5C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ADBBE59-63C7-2DAB-7DE5-13AC284429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9726211-26AF-EC99-E5E5-AFC41A9FED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DBC3ABE-23C3-D95B-C8A4-67276CC6128A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FD895B3-7993-A6DB-E2CE-A38B2BE99E92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CE0EDD-0B43-D4B7-923F-7AF04E5A37F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94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F065B-6F94-1116-06D0-A141D1CFC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057FB735-09C1-8D4C-F45A-92230632D2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32BE677-4CD5-CF3B-38E9-DF1CD0A100E2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777DD25-95E2-BE49-25AC-13D7D3A598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767400D-4092-6987-5C39-B454F2676F1A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6DDCE44-7DCA-4B51-A73C-211C9AA659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2079C4-6FCB-BDB7-AC94-EAB36F8F00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4464AF3-1615-0E17-43AD-EE24443D6E6F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738B38-0A18-AB27-5303-3076D6CC4D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Blind with solid fill">
            <a:extLst>
              <a:ext uri="{FF2B5EF4-FFF2-40B4-BE49-F238E27FC236}">
                <a16:creationId xmlns:a16="http://schemas.microsoft.com/office/drawing/2014/main" id="{68F94996-42B9-575B-2456-5C60B06E7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C1460B88-4FB4-083C-A59E-DEFADE8AE618}"/>
              </a:ext>
            </a:extLst>
          </p:cNvPr>
          <p:cNvSpPr txBox="1">
            <a:spLocks/>
          </p:cNvSpPr>
          <p:nvPr/>
        </p:nvSpPr>
        <p:spPr>
          <a:xfrm>
            <a:off x="5480203" y="381593"/>
            <a:ext cx="2352568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Blind XSS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35394F-40DC-AAC3-2CE0-FBB01F8E0B52}"/>
              </a:ext>
            </a:extLst>
          </p:cNvPr>
          <p:cNvSpPr txBox="1"/>
          <p:nvPr/>
        </p:nvSpPr>
        <p:spPr>
          <a:xfrm>
            <a:off x="809587" y="2809786"/>
            <a:ext cx="10572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A type of XSS where attacker </a:t>
            </a:r>
            <a:r>
              <a:rPr lang="en-US" sz="3600" b="1" dirty="0">
                <a:solidFill>
                  <a:srgbClr val="FFFFFF"/>
                </a:solidFill>
              </a:rPr>
              <a:t>doesn’t see payload executing </a:t>
            </a:r>
            <a:r>
              <a:rPr lang="en-US" sz="3600" dirty="0">
                <a:solidFill>
                  <a:srgbClr val="FFFFFF"/>
                </a:solidFill>
              </a:rPr>
              <a:t>(only executes on victim)</a:t>
            </a:r>
            <a:endParaRPr lang="en-US" sz="3600" dirty="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569317A-06E9-1ECA-8C39-0FC6F763FB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945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E31B4-CD6E-79BF-C89F-8B35FE13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C7339CE-0BAF-FC8A-4584-3056380C76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9ADFF19-F036-D34D-0B95-757EB0E116A7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06F1919-C269-CB4E-1D0A-01AC608EB39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ABF8DCE-70EF-D6F0-F247-121726E5D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CAC2834-8908-EB70-E36A-2BA9470833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F8B2F9-FBB7-5FD7-B6DD-D73FCCC9D7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F2B102B-9EA4-AFCE-7A05-61E8AC3B572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41BB0B-8B10-9645-B11D-8AF94142E5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Blind with solid fill">
            <a:extLst>
              <a:ext uri="{FF2B5EF4-FFF2-40B4-BE49-F238E27FC236}">
                <a16:creationId xmlns:a16="http://schemas.microsoft.com/office/drawing/2014/main" id="{AF299220-E4E9-A721-7269-24528052B5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2388216F-4ACD-2FB6-EB29-BB170D3521E7}"/>
              </a:ext>
            </a:extLst>
          </p:cNvPr>
          <p:cNvSpPr txBox="1">
            <a:spLocks/>
          </p:cNvSpPr>
          <p:nvPr/>
        </p:nvSpPr>
        <p:spPr>
          <a:xfrm>
            <a:off x="5480203" y="381593"/>
            <a:ext cx="2352568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Blind XSS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79991B79-AAA6-4181-07AD-3EA9EB00B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F4A1A6-A3E6-272B-0647-0C8DEFF5F8A8}"/>
              </a:ext>
            </a:extLst>
          </p:cNvPr>
          <p:cNvSpPr txBox="1"/>
          <p:nvPr/>
        </p:nvSpPr>
        <p:spPr>
          <a:xfrm>
            <a:off x="2664253" y="3351135"/>
            <a:ext cx="16001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Contact 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6E2D0-2666-12CC-0B89-56CAC17F3EC1}"/>
              </a:ext>
            </a:extLst>
          </p:cNvPr>
          <p:cNvSpPr txBox="1"/>
          <p:nvPr/>
        </p:nvSpPr>
        <p:spPr>
          <a:xfrm>
            <a:off x="7260177" y="2753450"/>
            <a:ext cx="160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Ticket support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164685-4075-35F8-683D-294A229E8113}"/>
              </a:ext>
            </a:extLst>
          </p:cNvPr>
          <p:cNvSpPr txBox="1"/>
          <p:nvPr/>
        </p:nvSpPr>
        <p:spPr>
          <a:xfrm>
            <a:off x="6260216" y="5504232"/>
            <a:ext cx="1600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  <a:t>Feedback form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EBCDB-0A00-8653-EF17-E36B62CBCF76}"/>
              </a:ext>
            </a:extLst>
          </p:cNvPr>
          <p:cNvSpPr txBox="1"/>
          <p:nvPr/>
        </p:nvSpPr>
        <p:spPr>
          <a:xfrm>
            <a:off x="4921610" y="3669981"/>
            <a:ext cx="2677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And More…</a:t>
            </a:r>
          </a:p>
        </p:txBody>
      </p:sp>
      <p:sp>
        <p:nvSpPr>
          <p:cNvPr id="11" name="Title 23">
            <a:extLst>
              <a:ext uri="{FF2B5EF4-FFF2-40B4-BE49-F238E27FC236}">
                <a16:creationId xmlns:a16="http://schemas.microsoft.com/office/drawing/2014/main" id="{C1704D54-BF2B-1342-3032-9A603B0F53EC}"/>
              </a:ext>
            </a:extLst>
          </p:cNvPr>
          <p:cNvSpPr txBox="1">
            <a:spLocks/>
          </p:cNvSpPr>
          <p:nvPr/>
        </p:nvSpPr>
        <p:spPr>
          <a:xfrm>
            <a:off x="983075" y="1631095"/>
            <a:ext cx="3044309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bg1"/>
                </a:solidFill>
              </a:rPr>
              <a:t>Where to Find?</a:t>
            </a:r>
          </a:p>
        </p:txBody>
      </p:sp>
    </p:spTree>
    <p:extLst>
      <p:ext uri="{BB962C8B-B14F-4D97-AF65-F5344CB8AC3E}">
        <p14:creationId xmlns:p14="http://schemas.microsoft.com/office/powerpoint/2010/main" val="3946181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8D015-0CB7-8D10-2153-1FE4FCF1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119B2EF9-B53B-D53F-197F-C894659BC5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72F0E05-AA19-BDF7-0CDA-428CA7AEC24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40DCDB8-1F52-91F8-96CC-19D5E33AEB99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7B2ED9D-2591-4D29-A737-1BBF3A9F90E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3C9E057-769B-AD54-886D-5C2390576F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22BF81-6790-CF0E-E70B-44ED4A681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3A4F4E9D-8805-B6B1-40B1-070383A46ABA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CC4315-5E76-C34B-0C43-EDFD35EB68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D5B869E-E239-A1B9-FCE8-CD47A3131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384" y="2938181"/>
            <a:ext cx="1060108" cy="1060108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0E81E875-F17D-234B-6069-519978AF41E4}"/>
              </a:ext>
            </a:extLst>
          </p:cNvPr>
          <p:cNvGrpSpPr/>
          <p:nvPr/>
        </p:nvGrpSpPr>
        <p:grpSpPr>
          <a:xfrm>
            <a:off x="2723138" y="3067006"/>
            <a:ext cx="2320076" cy="401229"/>
            <a:chOff x="2646204" y="3252251"/>
            <a:chExt cx="2320076" cy="401229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D811F7E-EAF6-610E-19D7-55729C9AC994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5EDBB3-B945-C576-11AF-E18178E418CA}"/>
                </a:ext>
              </a:extLst>
            </p:cNvPr>
            <p:cNvSpPr txBox="1"/>
            <p:nvPr/>
          </p:nvSpPr>
          <p:spPr>
            <a:xfrm>
              <a:off x="2646204" y="3252251"/>
              <a:ext cx="2320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Sends malicious feedback</a:t>
              </a:r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EA40DCBE-B120-D8BC-8E3C-089A12B73F50}"/>
              </a:ext>
            </a:extLst>
          </p:cNvPr>
          <p:cNvSpPr/>
          <p:nvPr/>
        </p:nvSpPr>
        <p:spPr>
          <a:xfrm>
            <a:off x="2969266" y="3650444"/>
            <a:ext cx="1577668" cy="47085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ea typeface="JetBrains Mono" panose="02000009000000000000" pitchFamily="49" charset="0"/>
                <a:cs typeface="Cascadia Code" panose="020B0609020000020004" pitchFamily="49" charset="0"/>
              </a:rPr>
              <a:t>POST</a:t>
            </a:r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/feedback/add</a:t>
            </a:r>
            <a:endParaRPr lang="en-US" sz="1000" b="1" dirty="0">
              <a:solidFill>
                <a:srgbClr val="FF0000"/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  <a:p>
            <a:r>
              <a:rPr lang="en-US" sz="1000" b="1" dirty="0">
                <a:solidFill>
                  <a:srgbClr val="FF0000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malicious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70FF71-C7B7-F767-A37A-C6ED54B56846}"/>
              </a:ext>
            </a:extLst>
          </p:cNvPr>
          <p:cNvGrpSpPr/>
          <p:nvPr/>
        </p:nvGrpSpPr>
        <p:grpSpPr>
          <a:xfrm>
            <a:off x="1333160" y="2815168"/>
            <a:ext cx="1118202" cy="1306133"/>
            <a:chOff x="3110648" y="5349700"/>
            <a:chExt cx="1118202" cy="130613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67101B8-0C09-707D-0B99-CB00C2901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43369" y="5349700"/>
              <a:ext cx="899630" cy="89963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E1D467D-24BF-A27D-3E9B-3D032530B255}"/>
                </a:ext>
              </a:extLst>
            </p:cNvPr>
            <p:cNvSpPr txBox="1"/>
            <p:nvPr/>
          </p:nvSpPr>
          <p:spPr>
            <a:xfrm>
              <a:off x="3110648" y="6286501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هاكر شرير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E159D34-16CF-A82E-AAFE-E294C7A84A82}"/>
              </a:ext>
            </a:extLst>
          </p:cNvPr>
          <p:cNvGrpSpPr/>
          <p:nvPr/>
        </p:nvGrpSpPr>
        <p:grpSpPr>
          <a:xfrm>
            <a:off x="6788614" y="2900016"/>
            <a:ext cx="1851327" cy="568218"/>
            <a:chOff x="2798619" y="3085262"/>
            <a:chExt cx="1874982" cy="56821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75F556A-BE26-878E-5400-49A009397A59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DCEFFA-5BDC-26DF-7AE9-3306FBEA3F8E}"/>
                </a:ext>
              </a:extLst>
            </p:cNvPr>
            <p:cNvSpPr txBox="1"/>
            <p:nvPr/>
          </p:nvSpPr>
          <p:spPr>
            <a:xfrm>
              <a:off x="2891518" y="3085262"/>
              <a:ext cx="168417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Sends feedback to admin browser</a:t>
              </a:r>
            </a:p>
          </p:txBody>
        </p:sp>
      </p:grpSp>
      <p:pic>
        <p:nvPicPr>
          <p:cNvPr id="4" name="Graphic 3" descr="Blind with solid fill">
            <a:extLst>
              <a:ext uri="{FF2B5EF4-FFF2-40B4-BE49-F238E27FC236}">
                <a16:creationId xmlns:a16="http://schemas.microsoft.com/office/drawing/2014/main" id="{82D5F824-2829-6862-1DB4-0D7B4EF358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13" name="Title 23">
            <a:extLst>
              <a:ext uri="{FF2B5EF4-FFF2-40B4-BE49-F238E27FC236}">
                <a16:creationId xmlns:a16="http://schemas.microsoft.com/office/drawing/2014/main" id="{0A5FE9AD-4D2E-76C2-8A7F-E747683A8EB3}"/>
              </a:ext>
            </a:extLst>
          </p:cNvPr>
          <p:cNvSpPr txBox="1">
            <a:spLocks/>
          </p:cNvSpPr>
          <p:nvPr/>
        </p:nvSpPr>
        <p:spPr>
          <a:xfrm>
            <a:off x="5480203" y="381593"/>
            <a:ext cx="2352568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Blind XSS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46E618E3-0584-716A-9E96-54281F768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F030C6-BA03-A9FD-C9F7-91AF844F3B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9427" y="2831315"/>
            <a:ext cx="1292673" cy="129267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593EEB5-AE53-6484-687C-01513AFAD43A}"/>
              </a:ext>
            </a:extLst>
          </p:cNvPr>
          <p:cNvGrpSpPr/>
          <p:nvPr/>
        </p:nvGrpSpPr>
        <p:grpSpPr>
          <a:xfrm>
            <a:off x="7155176" y="4981328"/>
            <a:ext cx="1118202" cy="1481204"/>
            <a:chOff x="1282362" y="3102507"/>
            <a:chExt cx="1118202" cy="1481204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6F9791B-6268-E887-6F14-16B6A5EFF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348723" y="3102507"/>
              <a:ext cx="985481" cy="98548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A1BB4DF-56AF-712C-27F5-7928B24BD10E}"/>
                </a:ext>
              </a:extLst>
            </p:cNvPr>
            <p:cNvSpPr txBox="1"/>
            <p:nvPr/>
          </p:nvSpPr>
          <p:spPr>
            <a:xfrm>
              <a:off x="1282362" y="4214379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أدمن غلبان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276D9A8-051B-0ADD-151F-5552CD58BAC8}"/>
              </a:ext>
            </a:extLst>
          </p:cNvPr>
          <p:cNvGrpSpPr/>
          <p:nvPr/>
        </p:nvGrpSpPr>
        <p:grpSpPr>
          <a:xfrm>
            <a:off x="8273378" y="4370650"/>
            <a:ext cx="2013412" cy="823050"/>
            <a:chOff x="8273378" y="4370650"/>
            <a:chExt cx="2013412" cy="823050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BA8382F-DA61-29B5-BCB4-36E9D093CE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3378" y="4370650"/>
              <a:ext cx="926040" cy="82305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4BFC340-B3E5-E183-CA9E-C9208C81A3C5}"/>
                </a:ext>
              </a:extLst>
            </p:cNvPr>
            <p:cNvSpPr txBox="1"/>
            <p:nvPr/>
          </p:nvSpPr>
          <p:spPr>
            <a:xfrm>
              <a:off x="8822149" y="4782175"/>
              <a:ext cx="14646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View feedbacks</a:t>
              </a:r>
            </a:p>
          </p:txBody>
        </p:sp>
      </p:grpSp>
      <p:pic>
        <p:nvPicPr>
          <p:cNvPr id="35" name="bom">
            <a:extLst>
              <a:ext uri="{FF2B5EF4-FFF2-40B4-BE49-F238E27FC236}">
                <a16:creationId xmlns:a16="http://schemas.microsoft.com/office/drawing/2014/main" id="{9EA5DEBF-B363-1468-A2BA-A6AA1EBC9F3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49427" y="2815168"/>
            <a:ext cx="1291456" cy="12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5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55C28-5533-1D8B-2021-F18C619F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48CE1C4F-A5B6-0B8D-740A-E1D65870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519" y="2406005"/>
            <a:ext cx="4630962" cy="1122355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Mitigation</a:t>
            </a:r>
          </a:p>
        </p:txBody>
      </p:sp>
      <p:pic>
        <p:nvPicPr>
          <p:cNvPr id="35" name="Graphic 34" descr="Adhesive Bandage with solid fill">
            <a:extLst>
              <a:ext uri="{FF2B5EF4-FFF2-40B4-BE49-F238E27FC236}">
                <a16:creationId xmlns:a16="http://schemas.microsoft.com/office/drawing/2014/main" id="{1E37F638-EAC9-940C-3CA2-E5275184D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605022" y="3980591"/>
            <a:ext cx="914400" cy="914400"/>
          </a:xfrm>
          <a:prstGeom prst="rect">
            <a:avLst/>
          </a:prstGeom>
        </p:spPr>
      </p:pic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E1BACB0A-4B06-48EB-4D27-DDB30DDEE2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963" y="55418"/>
            <a:ext cx="1040074" cy="14332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9D269D2-EA14-7569-E911-A76A67F86F6D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58C909-1145-C777-337C-233F6FA9E72C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E6AD573-942B-87C3-8A30-275197C98C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151EAA9-114C-7A74-426B-426B73E13D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C525943-D745-8B5D-08DA-88B687082E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251EA7E-17FE-720C-6813-3C3C94FFDAB2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4208F8D-FAEB-0EC1-F4F2-B77CD6258DD7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374532-1668-97F6-8CC6-DD2C11D57D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3F45BBC-F656-EA6F-D836-4D5240025F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75996F-039A-7B0E-2CD2-F40B1FE723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1EE0448-6A86-506C-64C1-B205CAC97AF4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D4CAAC1-4D2C-6DFA-33E6-45DCB1DFB4AA}"/>
              </a:ext>
            </a:extLst>
          </p:cNvPr>
          <p:cNvSpPr/>
          <p:nvPr/>
        </p:nvSpPr>
        <p:spPr>
          <a:xfrm>
            <a:off x="7685100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D7010E9-D906-0256-3E95-6CF577DA3B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45298" y="5871563"/>
            <a:ext cx="2301403" cy="97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030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E3F68-9BC9-F494-3963-884CC24F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D54C4079-1F9F-7BEE-5717-80D77BD58B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72F6118-FE53-06E6-2342-82F220FD2E1B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F019D9-3705-DD74-5505-F9672AE5696A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DA55645-9ED8-9D31-7B59-240B12C2A730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54B8F0F-F688-B4F7-9627-2962E8D84F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532782B-9A62-13CF-DD97-2CB1087C65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173A6E-94E6-63FA-2F31-9A7E74294F7E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25DE1F-1A0F-457A-4C5C-87EF72D21D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6B9C6305-36FF-B9A9-528B-8A5EEAF7CB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725158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FC8B4EFA-CB29-2092-B1D9-0051CD5C0145}"/>
              </a:ext>
            </a:extLst>
          </p:cNvPr>
          <p:cNvSpPr txBox="1">
            <a:spLocks/>
          </p:cNvSpPr>
          <p:nvPr/>
        </p:nvSpPr>
        <p:spPr>
          <a:xfrm>
            <a:off x="5480203" y="381593"/>
            <a:ext cx="2352568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Mitigation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D907149-C9D1-F122-4FCD-AA89A6B4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1C712-D559-D828-3156-AFEF61605207}"/>
              </a:ext>
            </a:extLst>
          </p:cNvPr>
          <p:cNvSpPr/>
          <p:nvPr/>
        </p:nvSpPr>
        <p:spPr>
          <a:xfrm>
            <a:off x="1557863" y="1844636"/>
            <a:ext cx="4881239" cy="112235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Validation &amp; Sanitization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AB8333-05BD-0D11-B3C7-3BD9ABD00CCF}"/>
              </a:ext>
            </a:extLst>
          </p:cNvPr>
          <p:cNvSpPr/>
          <p:nvPr/>
        </p:nvSpPr>
        <p:spPr>
          <a:xfrm>
            <a:off x="3622804" y="3253511"/>
            <a:ext cx="4881239" cy="112235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Input Encoding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EF223F-9C92-55CD-19BC-94A8EB3A118D}"/>
              </a:ext>
            </a:extLst>
          </p:cNvPr>
          <p:cNvSpPr/>
          <p:nvPr/>
        </p:nvSpPr>
        <p:spPr>
          <a:xfrm>
            <a:off x="5438331" y="4662386"/>
            <a:ext cx="4881239" cy="112235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 Security Policy</a:t>
            </a:r>
          </a:p>
        </p:txBody>
      </p:sp>
    </p:spTree>
    <p:extLst>
      <p:ext uri="{BB962C8B-B14F-4D97-AF65-F5344CB8AC3E}">
        <p14:creationId xmlns:p14="http://schemas.microsoft.com/office/powerpoint/2010/main" val="1689096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13D69-C1FB-C467-E465-45699127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C6E5C8F-7921-CF94-3896-CC5BA83431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4ABEDB4-CCB0-554B-F186-79F7BB423D21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AD7A01-B66D-0094-81DE-3FFE78CF186E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1FA273-6D4C-2B33-AAD3-4124FC573FA4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F2B00D4-B98B-5B4D-E134-233C1A84D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905AB84-7207-C3E1-FD08-8EA7CBC34F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5F33385-8DE5-C52A-2B2F-0478FD0824D9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124469-6BCE-BF21-6C30-FEAA537026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8ABBEABA-CFDE-BBFD-7713-3A66B3C0CD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108797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5065E969-7F69-214F-6A65-926B447FFEC4}"/>
              </a:ext>
            </a:extLst>
          </p:cNvPr>
          <p:cNvSpPr txBox="1">
            <a:spLocks/>
          </p:cNvSpPr>
          <p:nvPr/>
        </p:nvSpPr>
        <p:spPr>
          <a:xfrm>
            <a:off x="3883968" y="393276"/>
            <a:ext cx="5493635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Validation &amp; Sanitization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B6496E48-E744-470C-A154-B2875AF70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D842F6-37C3-08C2-9207-74A784666CE5}"/>
              </a:ext>
            </a:extLst>
          </p:cNvPr>
          <p:cNvCxnSpPr>
            <a:cxnSpLocks/>
          </p:cNvCxnSpPr>
          <p:nvPr/>
        </p:nvCxnSpPr>
        <p:spPr>
          <a:xfrm>
            <a:off x="6197594" y="1699490"/>
            <a:ext cx="0" cy="40917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6CE5A0B-526F-B1EE-0544-75FFB1D49EAC}"/>
              </a:ext>
            </a:extLst>
          </p:cNvPr>
          <p:cNvSpPr/>
          <p:nvPr/>
        </p:nvSpPr>
        <p:spPr>
          <a:xfrm>
            <a:off x="5920388" y="3304306"/>
            <a:ext cx="554411" cy="554411"/>
          </a:xfrm>
          <a:prstGeom prst="ellipse">
            <a:avLst/>
          </a:pr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Gabriola" panose="04040605051002020D02" pitchFamily="82" charset="0"/>
                <a:ea typeface="Calibri" panose="020F0502020204030204" pitchFamily="34" charset="0"/>
                <a:cs typeface="Calibri" panose="020F0502020204030204" pitchFamily="34" charset="0"/>
              </a:rPr>
              <a:t>Vs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47FF204-1BDA-55B3-BE0E-D12A4323C64C}"/>
              </a:ext>
            </a:extLst>
          </p:cNvPr>
          <p:cNvSpPr/>
          <p:nvPr/>
        </p:nvSpPr>
        <p:spPr>
          <a:xfrm>
            <a:off x="1598175" y="1699490"/>
            <a:ext cx="3071360" cy="7312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Validation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170784-22CB-0446-F08F-EEC9B964BD8A}"/>
              </a:ext>
            </a:extLst>
          </p:cNvPr>
          <p:cNvSpPr/>
          <p:nvPr/>
        </p:nvSpPr>
        <p:spPr>
          <a:xfrm>
            <a:off x="7450303" y="1699490"/>
            <a:ext cx="3071360" cy="731296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Sanitization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AA13AE-FDA0-D34C-2424-8CABDB1E22A4}"/>
              </a:ext>
            </a:extLst>
          </p:cNvPr>
          <p:cNvSpPr txBox="1"/>
          <p:nvPr/>
        </p:nvSpPr>
        <p:spPr>
          <a:xfrm>
            <a:off x="1186047" y="2735166"/>
            <a:ext cx="38335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Validation checks whether input </a:t>
            </a:r>
            <a:r>
              <a:rPr lang="en-US" b="1" dirty="0">
                <a:solidFill>
                  <a:schemeClr val="bg1"/>
                </a:solidFill>
              </a:rPr>
              <a:t>meets strict rules</a:t>
            </a:r>
            <a:r>
              <a:rPr lang="en-US" dirty="0">
                <a:solidFill>
                  <a:schemeClr val="bg1"/>
                </a:solidFill>
              </a:rPr>
              <a:t>. (No modification)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A51C4F-BE43-7C60-702B-3A44A790C96E}"/>
              </a:ext>
            </a:extLst>
          </p:cNvPr>
          <p:cNvSpPr txBox="1"/>
          <p:nvPr/>
        </p:nvSpPr>
        <p:spPr>
          <a:xfrm>
            <a:off x="6981412" y="2737691"/>
            <a:ext cx="3900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bg1"/>
                </a:solidFill>
              </a:rPr>
              <a:t>Sanitization </a:t>
            </a:r>
            <a:r>
              <a:rPr lang="en-US" b="1" dirty="0">
                <a:solidFill>
                  <a:schemeClr val="bg1"/>
                </a:solidFill>
              </a:rPr>
              <a:t>modifies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input</a:t>
            </a:r>
            <a:r>
              <a:rPr lang="en-US" dirty="0">
                <a:solidFill>
                  <a:schemeClr val="bg1"/>
                </a:solidFill>
              </a:rPr>
              <a:t> to remove or neutralize dangerous parts.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635DD28-D39B-624A-BE93-4E1178644CD7}"/>
              </a:ext>
            </a:extLst>
          </p:cNvPr>
          <p:cNvSpPr/>
          <p:nvPr/>
        </p:nvSpPr>
        <p:spPr>
          <a:xfrm>
            <a:off x="638279" y="3576136"/>
            <a:ext cx="5143506" cy="2292809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57E270-DEDD-2877-C539-E512A61BCAFB}"/>
              </a:ext>
            </a:extLst>
          </p:cNvPr>
          <p:cNvSpPr txBox="1"/>
          <p:nvPr/>
        </p:nvSpPr>
        <p:spPr>
          <a:xfrm>
            <a:off x="770454" y="3719278"/>
            <a:ext cx="4937313" cy="1999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&lt;?</a:t>
            </a:r>
            <a:r>
              <a:rPr lang="en-US" sz="1200" b="0" dirty="0" err="1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php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$username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2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$_POST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'username'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];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C586C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(!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preg_match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b="0" dirty="0">
                <a:solidFill>
                  <a:srgbClr val="D1696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'/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^</a:t>
            </a:r>
            <a:r>
              <a:rPr lang="en-US" sz="1200" b="0" dirty="0">
                <a:solidFill>
                  <a:srgbClr val="D1696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[a-zA-Z0-9_]{3,20}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1200" b="0" dirty="0">
                <a:solidFill>
                  <a:srgbClr val="D16969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/'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$username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{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 </a:t>
            </a:r>
            <a:r>
              <a:rPr lang="en-US" sz="1200" b="0" dirty="0">
                <a:solidFill>
                  <a:srgbClr val="C586C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die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"Invalid username"</a:t>
            </a: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200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?&gt;</a:t>
            </a:r>
            <a:endParaRPr lang="en-US" sz="12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B5F5E7-8B23-2367-E5D0-220A87FAA8E2}"/>
              </a:ext>
            </a:extLst>
          </p:cNvPr>
          <p:cNvSpPr/>
          <p:nvPr/>
        </p:nvSpPr>
        <p:spPr>
          <a:xfrm>
            <a:off x="6750816" y="3783189"/>
            <a:ext cx="4572963" cy="1786337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B70702-9FA0-37FB-1342-F78EBAE3829B}"/>
              </a:ext>
            </a:extLst>
          </p:cNvPr>
          <p:cNvSpPr txBox="1"/>
          <p:nvPr/>
        </p:nvSpPr>
        <p:spPr>
          <a:xfrm>
            <a:off x="6882722" y="3949198"/>
            <a:ext cx="4367189" cy="1347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&lt;?</a:t>
            </a:r>
            <a:r>
              <a:rPr lang="en-US" sz="1400" b="0" dirty="0" err="1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php</a:t>
            </a:r>
            <a:endParaRPr lang="en-US" sz="14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$comment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$_POST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1400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'comment’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];</a:t>
            </a:r>
            <a:endParaRPr lang="en-US" sz="14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cleanComment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strip_tags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$comment</a:t>
            </a:r>
            <a:r>
              <a:rPr lang="en-US" sz="1400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);</a:t>
            </a:r>
            <a:endParaRPr lang="en-US" sz="14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?&gt;</a:t>
            </a:r>
            <a:endParaRPr lang="en-US" sz="1400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605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9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8" grpId="0"/>
      <p:bldP spid="23" grpId="0"/>
      <p:bldP spid="24" grpId="0" animBg="1"/>
      <p:bldP spid="26" grpId="0"/>
      <p:bldP spid="27" grpId="0" animBg="1"/>
      <p:bldP spid="3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04E88-A827-D3BA-1696-70E70CA77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4C63B11-DA04-CF1B-C600-BC960D0331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DC97508-1F00-0846-19AF-C96161CA00C9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60FC011-8014-932D-12AD-E1F0B7DFA2A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55F287E-E9E9-3D4C-BE3F-7DB9E337894B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1F2828-3643-43C7-BD52-8E170F92C0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A9A662-FF02-0BE2-BB75-AB8F0E34B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0A6E75E-95A6-D5B3-1008-C55BB9801E20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F51419-630B-7541-8899-354CD58CA39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C8C1144D-7F4A-2D49-CDB1-C8020D246D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21227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E1786080-3846-5F24-0DFC-6221CF2F3D33}"/>
              </a:ext>
            </a:extLst>
          </p:cNvPr>
          <p:cNvSpPr txBox="1">
            <a:spLocks/>
          </p:cNvSpPr>
          <p:nvPr/>
        </p:nvSpPr>
        <p:spPr>
          <a:xfrm>
            <a:off x="4163685" y="418275"/>
            <a:ext cx="3707116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Input Encoding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C6E1B04E-8F84-3E32-3C15-89B7DF169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9469C9-9744-7A80-2183-751523A78CC9}"/>
              </a:ext>
            </a:extLst>
          </p:cNvPr>
          <p:cNvSpPr txBox="1"/>
          <p:nvPr/>
        </p:nvSpPr>
        <p:spPr>
          <a:xfrm>
            <a:off x="809587" y="2890391"/>
            <a:ext cx="105728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Convert all </a:t>
            </a:r>
            <a:r>
              <a:rPr lang="en-US" sz="3200" b="1" dirty="0">
                <a:solidFill>
                  <a:schemeClr val="bg1"/>
                </a:solidFill>
              </a:rPr>
              <a:t>HTML special characters </a:t>
            </a:r>
            <a:r>
              <a:rPr lang="en-US" sz="3200" dirty="0">
                <a:solidFill>
                  <a:schemeClr val="bg1"/>
                </a:solidFill>
              </a:rPr>
              <a:t>to HTML encoded characters</a:t>
            </a:r>
          </a:p>
        </p:txBody>
      </p:sp>
    </p:spTree>
    <p:extLst>
      <p:ext uri="{BB962C8B-B14F-4D97-AF65-F5344CB8AC3E}">
        <p14:creationId xmlns:p14="http://schemas.microsoft.com/office/powerpoint/2010/main" val="43109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6E803-245F-1DDA-9E96-4E78F745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9079C4DA-D2A9-D973-BB71-27E190B16B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47D0138-30BC-50A9-6646-D80E57191DF2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E239758-F753-AC16-B107-B8DD64D647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D493487-719A-16A9-57EA-37D64CB53D65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0074AAF-B901-754F-4E41-C083D9089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B65FDA-78D7-A229-F8AF-4419C05C25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F7BF44A4-7E79-CB69-5B91-BC05618F8B3D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D4D425-BB4E-F7B6-4CC8-BBBAFCF59A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97A6021F-A7DD-ACA1-41CC-C66CED85FE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321227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9B9BE51C-EA7E-A355-97D4-531A51EA15C4}"/>
              </a:ext>
            </a:extLst>
          </p:cNvPr>
          <p:cNvSpPr txBox="1">
            <a:spLocks/>
          </p:cNvSpPr>
          <p:nvPr/>
        </p:nvSpPr>
        <p:spPr>
          <a:xfrm>
            <a:off x="4163685" y="418275"/>
            <a:ext cx="3707116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Input Encoding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08ECB34F-6CA4-F6A4-65DE-F2556A68A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2BB58D-C18A-3087-D243-55AFD2A69B31}"/>
              </a:ext>
            </a:extLst>
          </p:cNvPr>
          <p:cNvSpPr txBox="1"/>
          <p:nvPr/>
        </p:nvSpPr>
        <p:spPr>
          <a:xfrm>
            <a:off x="1663124" y="1853153"/>
            <a:ext cx="8865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Convert all </a:t>
            </a:r>
            <a:r>
              <a:rPr lang="en-US" sz="2400" b="1" dirty="0">
                <a:solidFill>
                  <a:schemeClr val="bg1"/>
                </a:solidFill>
              </a:rPr>
              <a:t>HTML special characters </a:t>
            </a:r>
            <a:r>
              <a:rPr lang="en-US" sz="2400" dirty="0">
                <a:solidFill>
                  <a:schemeClr val="bg1"/>
                </a:solidFill>
              </a:rPr>
              <a:t>to HTML encoded characters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633369-8C0F-EA12-C21A-525114A6D404}"/>
              </a:ext>
            </a:extLst>
          </p:cNvPr>
          <p:cNvSpPr/>
          <p:nvPr/>
        </p:nvSpPr>
        <p:spPr>
          <a:xfrm>
            <a:off x="638278" y="3391228"/>
            <a:ext cx="5651683" cy="2252190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C36781-D749-5440-0CF7-C1A013B19D96}"/>
              </a:ext>
            </a:extLst>
          </p:cNvPr>
          <p:cNvSpPr txBox="1"/>
          <p:nvPr/>
        </p:nvSpPr>
        <p:spPr>
          <a:xfrm>
            <a:off x="799162" y="3614273"/>
            <a:ext cx="53849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&lt;?</a:t>
            </a:r>
            <a:r>
              <a:rPr lang="en-US" b="0" dirty="0" err="1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php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$name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$_GET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'name'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?&gt;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dirty="0">
                <a:solidFill>
                  <a:srgbClr val="CCCCCC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b="0" dirty="0">
                <a:solidFill>
                  <a:srgbClr val="CCCCCC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Hello 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&lt;?=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htmlspecialchars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$name</a:t>
            </a:r>
            <a:r>
              <a:rPr lang="en-US" b="0" dirty="0">
                <a:solidFill>
                  <a:srgbClr val="D4D4D4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?&gt;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h1</a:t>
            </a:r>
            <a:r>
              <a:rPr lang="en-US" b="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C544F8-ECA5-8516-4766-445CBA9E251B}"/>
              </a:ext>
            </a:extLst>
          </p:cNvPr>
          <p:cNvSpPr/>
          <p:nvPr/>
        </p:nvSpPr>
        <p:spPr>
          <a:xfrm>
            <a:off x="6668654" y="4196358"/>
            <a:ext cx="4741151" cy="793266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&amp;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lt;script&amp;gt;alert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(1)&amp;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lt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;/</a:t>
            </a:r>
            <a:r>
              <a:rPr lang="en-US" sz="1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script&amp;gt</a:t>
            </a:r>
            <a:r>
              <a:rPr lang="en-US" sz="16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96202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18535-357B-83AF-11BA-2F6C3D490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B5C9250-989E-EA51-8243-104983730D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3B33949-F36A-430E-2470-69E233B001FE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2774EEB-A2C6-5933-88D2-BF872D676FB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2C8D99-3618-E25C-79EE-D96C5B9DD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3D5D7DC-8D67-A068-D80D-E24CDFF8CE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AAA40D6-D67B-0613-5686-F904760383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537156DB-703C-3D93-09D2-DEECC3EE99C8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024D53-BFFB-4489-A666-D345D64411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D8DCFE68-C37A-13A6-29D7-5363789905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924073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03879FED-E518-1FA0-EFB4-5C341CEF6A1B}"/>
              </a:ext>
            </a:extLst>
          </p:cNvPr>
          <p:cNvSpPr txBox="1">
            <a:spLocks/>
          </p:cNvSpPr>
          <p:nvPr/>
        </p:nvSpPr>
        <p:spPr>
          <a:xfrm>
            <a:off x="3883968" y="531816"/>
            <a:ext cx="5493635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Content Security Policy (CSP)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301711D7-6A31-705E-D396-4CDE18133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D2CDB5-0F8D-7152-3F9B-ECAB53FCE645}"/>
              </a:ext>
            </a:extLst>
          </p:cNvPr>
          <p:cNvSpPr txBox="1"/>
          <p:nvPr/>
        </p:nvSpPr>
        <p:spPr>
          <a:xfrm>
            <a:off x="809587" y="2644170"/>
            <a:ext cx="105728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Header sent by server to the browser to </a:t>
            </a:r>
            <a:r>
              <a:rPr lang="en-US" sz="3200" b="1" dirty="0">
                <a:solidFill>
                  <a:schemeClr val="bg1"/>
                </a:solidFill>
              </a:rPr>
              <a:t>control which resources</a:t>
            </a:r>
            <a:r>
              <a:rPr lang="en-US" sz="3200" dirty="0">
                <a:solidFill>
                  <a:schemeClr val="bg1"/>
                </a:solidFill>
              </a:rPr>
              <a:t>, JavaScript resources, a document is allowed to load</a:t>
            </a:r>
          </a:p>
        </p:txBody>
      </p:sp>
    </p:spTree>
    <p:extLst>
      <p:ext uri="{BB962C8B-B14F-4D97-AF65-F5344CB8AC3E}">
        <p14:creationId xmlns:p14="http://schemas.microsoft.com/office/powerpoint/2010/main" val="986479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40B1D0-37EA-51E2-AD8F-6EA157A1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53125F44-F2F8-02C9-9277-5F27E19767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4216031-16B7-B0D3-0F68-2079D3D20A34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469798-874D-63F7-ED07-7FC510F1F203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612B32B-7645-8611-81FD-C571BD5532C9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87C3DF8-079E-4356-B8C9-E8E6BC0FCC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E9DAFC-D3A2-72A7-4C3E-82DAA27FF5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44BB893-5CCD-B2DD-A18D-A5E275791E64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4214C3-8DA9-16E2-E228-854985FE3B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51765707-CB99-63AF-53F9-785571B31B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924073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29827D56-4C4C-C457-B272-C458441C1D06}"/>
              </a:ext>
            </a:extLst>
          </p:cNvPr>
          <p:cNvSpPr txBox="1">
            <a:spLocks/>
          </p:cNvSpPr>
          <p:nvPr/>
        </p:nvSpPr>
        <p:spPr>
          <a:xfrm>
            <a:off x="3883968" y="531816"/>
            <a:ext cx="5493635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Content Security Policy (CSP)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AE6B3E3C-86E6-1C4F-E66A-9F655EBE1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818382-69C0-D20F-D195-E0A27DE2A2BC}"/>
              </a:ext>
            </a:extLst>
          </p:cNvPr>
          <p:cNvSpPr txBox="1"/>
          <p:nvPr/>
        </p:nvSpPr>
        <p:spPr>
          <a:xfrm>
            <a:off x="2112111" y="1991972"/>
            <a:ext cx="7967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Header sent by server to the browser to </a:t>
            </a:r>
            <a:r>
              <a:rPr lang="en-US" sz="2400" b="1" dirty="0">
                <a:solidFill>
                  <a:schemeClr val="bg1"/>
                </a:solidFill>
              </a:rPr>
              <a:t>control which resources</a:t>
            </a:r>
            <a:r>
              <a:rPr lang="en-US" sz="2400" dirty="0">
                <a:solidFill>
                  <a:schemeClr val="bg1"/>
                </a:solidFill>
              </a:rPr>
              <a:t>, JavaScript resources, a document is allowed to load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9CD07F1-82C5-F4FE-5FBD-81C4D120463A}"/>
              </a:ext>
            </a:extLst>
          </p:cNvPr>
          <p:cNvGrpSpPr/>
          <p:nvPr/>
        </p:nvGrpSpPr>
        <p:grpSpPr>
          <a:xfrm>
            <a:off x="1154103" y="3710679"/>
            <a:ext cx="1118202" cy="1306133"/>
            <a:chOff x="3110648" y="5349700"/>
            <a:chExt cx="1118202" cy="13061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ECA0CE1-A8D4-86A3-957F-D955BD235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43369" y="5349700"/>
              <a:ext cx="899630" cy="8996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A0D736-4DC2-644F-9DA8-05FE1AB8DD00}"/>
                </a:ext>
              </a:extLst>
            </p:cNvPr>
            <p:cNvSpPr txBox="1"/>
            <p:nvPr/>
          </p:nvSpPr>
          <p:spPr>
            <a:xfrm>
              <a:off x="3110648" y="6286501"/>
              <a:ext cx="1118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E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هاكر عبيط</a:t>
              </a:r>
              <a:endPara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99DE4F1-0B5D-0AE6-B8A7-E7922541AA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0333" y="3724313"/>
            <a:ext cx="1292673" cy="12926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A01A65-0AAC-32AC-AE16-D109530CA6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4949" y="3883119"/>
            <a:ext cx="1060108" cy="106010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23278134-BD91-80F5-740E-F09F7F8F0744}"/>
              </a:ext>
            </a:extLst>
          </p:cNvPr>
          <p:cNvGrpSpPr/>
          <p:nvPr/>
        </p:nvGrpSpPr>
        <p:grpSpPr>
          <a:xfrm>
            <a:off x="2714786" y="3681200"/>
            <a:ext cx="2320076" cy="401229"/>
            <a:chOff x="2646204" y="3252251"/>
            <a:chExt cx="2320076" cy="401229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BA6D1AF-6419-F32D-2E03-6471F928D4FA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F595E6E-0C6E-DEF1-6D88-4B555A773317}"/>
                </a:ext>
              </a:extLst>
            </p:cNvPr>
            <p:cNvSpPr txBox="1"/>
            <p:nvPr/>
          </p:nvSpPr>
          <p:spPr>
            <a:xfrm>
              <a:off x="2646204" y="3252251"/>
              <a:ext cx="2320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Visits a website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A86B11-5876-A3D4-AB50-D48CCC11EB56}"/>
              </a:ext>
            </a:extLst>
          </p:cNvPr>
          <p:cNvGrpSpPr/>
          <p:nvPr/>
        </p:nvGrpSpPr>
        <p:grpSpPr>
          <a:xfrm>
            <a:off x="7231649" y="3681200"/>
            <a:ext cx="2320076" cy="401229"/>
            <a:chOff x="2646204" y="3252251"/>
            <a:chExt cx="2320076" cy="401229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699E812-9005-0F31-9F31-F68024D5F450}"/>
                </a:ext>
              </a:extLst>
            </p:cNvPr>
            <p:cNvCxnSpPr>
              <a:cxnSpLocks/>
            </p:cNvCxnSpPr>
            <p:nvPr/>
          </p:nvCxnSpPr>
          <p:spPr>
            <a:xfrm>
              <a:off x="2798619" y="3653480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D87CFC-36E4-75D5-8BC9-2EEE9F15617B}"/>
                </a:ext>
              </a:extLst>
            </p:cNvPr>
            <p:cNvSpPr txBox="1"/>
            <p:nvPr/>
          </p:nvSpPr>
          <p:spPr>
            <a:xfrm>
              <a:off x="2646204" y="3252251"/>
              <a:ext cx="23200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Cascadia Code" panose="020B0609020000020004" pitchFamily="49" charset="0"/>
                  <a:cs typeface="Cascadia Code" panose="020B0609020000020004" pitchFamily="49" charset="0"/>
                </a:rPr>
                <a:t>GET</a:t>
              </a:r>
              <a:r>
                <a:rPr lang="en-US" sz="1400" dirty="0">
                  <a:solidFill>
                    <a:schemeClr val="bg1"/>
                  </a:solidFill>
                </a:rPr>
                <a:t> request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2A062DB-8AF7-210F-14A6-4D271F3AC69A}"/>
              </a:ext>
            </a:extLst>
          </p:cNvPr>
          <p:cNvGrpSpPr/>
          <p:nvPr/>
        </p:nvGrpSpPr>
        <p:grpSpPr>
          <a:xfrm>
            <a:off x="6428127" y="4771878"/>
            <a:ext cx="3823270" cy="652289"/>
            <a:chOff x="6428127" y="4771878"/>
            <a:chExt cx="3823270" cy="65228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EA2FFAB-BFE7-BD69-DAE3-E74A78A39094}"/>
                </a:ext>
              </a:extLst>
            </p:cNvPr>
            <p:cNvCxnSpPr>
              <a:cxnSpLocks/>
            </p:cNvCxnSpPr>
            <p:nvPr/>
          </p:nvCxnSpPr>
          <p:spPr>
            <a:xfrm>
              <a:off x="7402271" y="4771878"/>
              <a:ext cx="187498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29AA082-722B-C0A1-111F-FE98C8C8F688}"/>
                </a:ext>
              </a:extLst>
            </p:cNvPr>
            <p:cNvSpPr/>
            <p:nvPr/>
          </p:nvSpPr>
          <p:spPr>
            <a:xfrm>
              <a:off x="6428127" y="5086616"/>
              <a:ext cx="3823270" cy="33755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Content-Security-Policy:</a:t>
              </a: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 </a:t>
              </a:r>
              <a:r>
                <a:rPr lang="en-US" sz="1000" b="1" dirty="0">
                  <a:solidFill>
                    <a:schemeClr val="tx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default-</a:t>
              </a:r>
              <a:r>
                <a:rPr lang="en-US" sz="1000" b="1" dirty="0" err="1">
                  <a:solidFill>
                    <a:schemeClr val="tx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src</a:t>
              </a:r>
              <a:r>
                <a:rPr lang="en-US" sz="1000" b="1" dirty="0">
                  <a:solidFill>
                    <a:schemeClr val="tx1"/>
                  </a:solidFill>
                  <a:latin typeface="Cascadia Code" panose="020B0609020000020004" pitchFamily="49" charset="0"/>
                  <a:ea typeface="JetBrains Mono" panose="02000009000000000000" pitchFamily="49" charset="0"/>
                  <a:cs typeface="Cascadia Code" panose="020B0609020000020004" pitchFamily="49" charset="0"/>
                </a:rPr>
                <a:t> example.com</a:t>
              </a:r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JetBrains Mono" panose="02000009000000000000" pitchFamily="49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97D5F59-D90D-80EA-47A2-50602B35DF16}"/>
              </a:ext>
            </a:extLst>
          </p:cNvPr>
          <p:cNvCxnSpPr>
            <a:cxnSpLocks/>
          </p:cNvCxnSpPr>
          <p:nvPr/>
        </p:nvCxnSpPr>
        <p:spPr>
          <a:xfrm>
            <a:off x="2867201" y="4861304"/>
            <a:ext cx="1427708" cy="0"/>
          </a:xfrm>
          <a:prstGeom prst="straightConnector1">
            <a:avLst/>
          </a:prstGeom>
          <a:ln w="285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0B382A8-0D37-3D31-F8A8-788010D54360}"/>
              </a:ext>
            </a:extLst>
          </p:cNvPr>
          <p:cNvSpPr txBox="1"/>
          <p:nvPr/>
        </p:nvSpPr>
        <p:spPr>
          <a:xfrm>
            <a:off x="2467552" y="4413173"/>
            <a:ext cx="2674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http://attacker.com/malicious.js</a:t>
            </a:r>
          </a:p>
        </p:txBody>
      </p:sp>
      <p:pic>
        <p:nvPicPr>
          <p:cNvPr id="36" name="Graphic 35" descr="Close with solid fill">
            <a:extLst>
              <a:ext uri="{FF2B5EF4-FFF2-40B4-BE49-F238E27FC236}">
                <a16:creationId xmlns:a16="http://schemas.microsoft.com/office/drawing/2014/main" id="{71D9C4D5-573B-D530-CC88-E98F14D2DD3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59542" y="4666158"/>
            <a:ext cx="413593" cy="41359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DC87499-7862-B1C8-980B-EE2C7F44DDFB}"/>
              </a:ext>
            </a:extLst>
          </p:cNvPr>
          <p:cNvSpPr txBox="1"/>
          <p:nvPr/>
        </p:nvSpPr>
        <p:spPr>
          <a:xfrm>
            <a:off x="2970255" y="4989407"/>
            <a:ext cx="15619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E14353"/>
                </a:solidFill>
              </a:rPr>
              <a:t>(</a:t>
            </a:r>
            <a:r>
              <a:rPr lang="en-US" sz="1400" dirty="0" err="1">
                <a:solidFill>
                  <a:srgbClr val="E14353"/>
                </a:solidFill>
              </a:rPr>
              <a:t>blocked:csp</a:t>
            </a:r>
            <a:r>
              <a:rPr lang="en-US" sz="1400" dirty="0">
                <a:solidFill>
                  <a:srgbClr val="E14353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7968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5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480B0-EF50-4496-2CCD-08796E66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sign with black text&#10;&#10;Description automatically generated">
            <a:extLst>
              <a:ext uri="{FF2B5EF4-FFF2-40B4-BE49-F238E27FC236}">
                <a16:creationId xmlns:a16="http://schemas.microsoft.com/office/drawing/2014/main" id="{2779BB86-AD20-536E-E687-4024055C7B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427" y="207226"/>
            <a:ext cx="731296" cy="1007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37FFB85-5529-A44E-51FF-E58541F858D8}"/>
              </a:ext>
            </a:extLst>
          </p:cNvPr>
          <p:cNvGrpSpPr/>
          <p:nvPr/>
        </p:nvGrpSpPr>
        <p:grpSpPr>
          <a:xfrm flipV="1">
            <a:off x="10580003" y="345441"/>
            <a:ext cx="1329559" cy="4025209"/>
            <a:chOff x="10607605" y="3602621"/>
            <a:chExt cx="1329559" cy="3009868"/>
          </a:xfrm>
          <a:solidFill>
            <a:srgbClr val="3F51B5"/>
          </a:solidFill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410AD7C-3D52-82D6-4FF2-F0CF4F0E16F8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9868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3EF76F-0A37-A11C-D9D8-9693ED3E487D}"/>
                </a:ext>
              </a:extLst>
            </p:cNvPr>
            <p:cNvCxnSpPr>
              <a:cxnSpLocks/>
            </p:cNvCxnSpPr>
            <p:nvPr/>
          </p:nvCxnSpPr>
          <p:spPr>
            <a:xfrm>
              <a:off x="11693324" y="3892181"/>
              <a:ext cx="0" cy="2524585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EFC420-E37B-4B5B-5D0F-8F6F06B25C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7605" y="6599083"/>
              <a:ext cx="1329559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1CE1625-B2F5-BDEB-253D-86E360246B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06889" y="6404974"/>
              <a:ext cx="703580" cy="0"/>
            </a:xfrm>
            <a:prstGeom prst="line">
              <a:avLst/>
            </a:prstGeom>
            <a:grpFill/>
            <a:ln w="381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527DCF9-301C-7525-417D-F7E931D117B6}"/>
              </a:ext>
            </a:extLst>
          </p:cNvPr>
          <p:cNvSpPr/>
          <p:nvPr/>
        </p:nvSpPr>
        <p:spPr>
          <a:xfrm rot="5400000">
            <a:off x="-1003331" y="1459219"/>
            <a:ext cx="2624089" cy="120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6C45B3C-8A1A-C87F-1C41-6B11243C2DB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0597" y="5873564"/>
            <a:ext cx="2301403" cy="973973"/>
          </a:xfrm>
          <a:prstGeom prst="rect">
            <a:avLst/>
          </a:prstGeom>
        </p:spPr>
      </p:pic>
      <p:pic>
        <p:nvPicPr>
          <p:cNvPr id="30" name="Graphic 29" descr="Adhesive Bandage with solid fill">
            <a:extLst>
              <a:ext uri="{FF2B5EF4-FFF2-40B4-BE49-F238E27FC236}">
                <a16:creationId xmlns:a16="http://schemas.microsoft.com/office/drawing/2014/main" id="{6B7064D4-4C98-E91A-E255-9EB041358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533671" y="577122"/>
            <a:ext cx="731296" cy="731296"/>
          </a:xfrm>
          <a:prstGeom prst="rect">
            <a:avLst/>
          </a:prstGeom>
        </p:spPr>
      </p:pic>
      <p:sp>
        <p:nvSpPr>
          <p:cNvPr id="31" name="Title 23">
            <a:extLst>
              <a:ext uri="{FF2B5EF4-FFF2-40B4-BE49-F238E27FC236}">
                <a16:creationId xmlns:a16="http://schemas.microsoft.com/office/drawing/2014/main" id="{EBF7184E-3ACA-9061-A460-72EA34EBCD17}"/>
              </a:ext>
            </a:extLst>
          </p:cNvPr>
          <p:cNvSpPr txBox="1">
            <a:spLocks/>
          </p:cNvSpPr>
          <p:nvPr/>
        </p:nvSpPr>
        <p:spPr>
          <a:xfrm>
            <a:off x="4251694" y="384040"/>
            <a:ext cx="3688612" cy="1122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bg1"/>
                </a:solidFill>
              </a:rPr>
              <a:t>CSP Example</a:t>
            </a: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E30BA6B-DD1A-5988-7BD1-858117FB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9502" y="5626674"/>
            <a:ext cx="960102" cy="149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A67134-F951-8188-EE4A-F38F5106E863}"/>
              </a:ext>
            </a:extLst>
          </p:cNvPr>
          <p:cNvSpPr/>
          <p:nvPr/>
        </p:nvSpPr>
        <p:spPr>
          <a:xfrm>
            <a:off x="896604" y="3088244"/>
            <a:ext cx="3275981" cy="1450294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 descr="Sort outline">
            <a:extLst>
              <a:ext uri="{FF2B5EF4-FFF2-40B4-BE49-F238E27FC236}">
                <a16:creationId xmlns:a16="http://schemas.microsoft.com/office/drawing/2014/main" id="{337004FD-3F3F-F01D-D93E-5F7F961316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4602369" y="3540887"/>
            <a:ext cx="638722" cy="63872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0239F18-4062-90E6-E1DC-B6F43F52CCD0}"/>
              </a:ext>
            </a:extLst>
          </p:cNvPr>
          <p:cNvSpPr txBox="1"/>
          <p:nvPr/>
        </p:nvSpPr>
        <p:spPr>
          <a:xfrm>
            <a:off x="1028366" y="3235168"/>
            <a:ext cx="3048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GET</a:t>
            </a:r>
            <a: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6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/dashboard HTTP/1.1</a:t>
            </a:r>
            <a:b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Host</a:t>
            </a:r>
            <a: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example.com</a:t>
            </a:r>
            <a:b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User-Agent</a:t>
            </a:r>
            <a: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Mozilla/5.0</a:t>
            </a:r>
            <a:b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6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Accept</a:t>
            </a:r>
            <a:r>
              <a:rPr lang="en-US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text/html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2656BC9-1865-BB6B-FB30-3FD06980822E}"/>
              </a:ext>
            </a:extLst>
          </p:cNvPr>
          <p:cNvSpPr/>
          <p:nvPr/>
        </p:nvSpPr>
        <p:spPr>
          <a:xfrm>
            <a:off x="5650382" y="1813138"/>
            <a:ext cx="5624521" cy="3848750"/>
          </a:xfrm>
          <a:prstGeom prst="roundRect">
            <a:avLst>
              <a:gd name="adj" fmla="val 6362"/>
            </a:avLst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F5995B-36B3-1A94-26D1-779170F53072}"/>
              </a:ext>
            </a:extLst>
          </p:cNvPr>
          <p:cNvSpPr txBox="1"/>
          <p:nvPr/>
        </p:nvSpPr>
        <p:spPr>
          <a:xfrm>
            <a:off x="5806829" y="2060242"/>
            <a:ext cx="5488567" cy="328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HTTP/1.1 200 OK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Content-Type: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text/html; charset=UTF-8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Content-Security-Policy: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default-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'self';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script-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'self' https://cdn.jsdelivr.net;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style-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'self' https://fonts.googleapis.com;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font-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https://fonts.gstatic.com;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img-src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'self' data:;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object-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src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'none’;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base-</a:t>
            </a:r>
            <a:r>
              <a:rPr lang="en-US" sz="1400" dirty="0" err="1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uri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'self';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569CD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Set-Cookie: </a:t>
            </a:r>
            <a:r>
              <a:rPr lang="en-US" sz="1400" dirty="0">
                <a:solidFill>
                  <a:schemeClr val="bg2">
                    <a:lumMod val="9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session</a:t>
            </a:r>
            <a:r>
              <a:rPr lang="en-US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=</a:t>
            </a:r>
            <a:r>
              <a:rPr lang="en-US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abc123</a:t>
            </a:r>
            <a:r>
              <a:rPr lang="en-US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sz="1400" dirty="0" err="1">
                <a:solidFill>
                  <a:schemeClr val="bg2">
                    <a:lumMod val="9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HttpOnly</a:t>
            </a:r>
            <a:r>
              <a:rPr lang="en-US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; </a:t>
            </a:r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Secure</a:t>
            </a:r>
            <a:r>
              <a:rPr lang="en-US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512075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8" grpId="0"/>
      <p:bldP spid="32" grpId="0" animBg="1"/>
      <p:bldP spid="3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4031C-DD01-1AAB-318D-FCADAEE6F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67F03E5E-6747-DCFB-E72A-B42AD3A071D9}"/>
              </a:ext>
            </a:extLst>
          </p:cNvPr>
          <p:cNvSpPr/>
          <p:nvPr/>
        </p:nvSpPr>
        <p:spPr>
          <a:xfrm>
            <a:off x="7715500" y="1136474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67D83A-0EEE-E003-2B5A-84232CA2CE34}"/>
              </a:ext>
            </a:extLst>
          </p:cNvPr>
          <p:cNvGrpSpPr/>
          <p:nvPr/>
        </p:nvGrpSpPr>
        <p:grpSpPr>
          <a:xfrm>
            <a:off x="10111739" y="3700042"/>
            <a:ext cx="1947465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30E7044-856F-AFE2-DA75-7AF23AF4AD6F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89BEC3-6BC3-E658-2F1B-5A3BF250F2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55AD36B-6F19-FDE6-2C26-F93F80339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BFA0B46-42C4-CC0E-1CB5-FF0F266DA8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Picture 29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F1B1AA9D-A29B-68DD-355B-5841BFB1FD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760" y="6000549"/>
            <a:ext cx="2272479" cy="961732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C1EB752D-B061-BFB7-1318-A20D8744D63A}"/>
              </a:ext>
            </a:extLst>
          </p:cNvPr>
          <p:cNvGrpSpPr/>
          <p:nvPr/>
        </p:nvGrpSpPr>
        <p:grpSpPr>
          <a:xfrm flipH="1">
            <a:off x="148034" y="3700042"/>
            <a:ext cx="2272479" cy="3013886"/>
            <a:chOff x="9989698" y="3602621"/>
            <a:chExt cx="1947465" cy="3013886"/>
          </a:xfrm>
          <a:solidFill>
            <a:srgbClr val="3F51B5"/>
          </a:solidFill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FCFFF02-1A4D-42B3-A41C-1AD22FD4ADBD}"/>
                </a:ext>
              </a:extLst>
            </p:cNvPr>
            <p:cNvCxnSpPr>
              <a:cxnSpLocks/>
            </p:cNvCxnSpPr>
            <p:nvPr/>
          </p:nvCxnSpPr>
          <p:spPr>
            <a:xfrm>
              <a:off x="11921924" y="3602621"/>
              <a:ext cx="0" cy="3003357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CC92686-6F6E-EE37-B381-58B69F1A5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85149" y="3986899"/>
              <a:ext cx="24199" cy="2397095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8C5CB0A-EFDD-F5CE-AD9E-F742E8BAF3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698" y="6595449"/>
              <a:ext cx="1947465" cy="21058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AA9532F-968A-1D9E-5304-637A05EBC9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76129" y="6370817"/>
              <a:ext cx="1425767" cy="0"/>
            </a:xfrm>
            <a:prstGeom prst="line">
              <a:avLst/>
            </a:prstGeom>
            <a:grpFill/>
            <a:ln w="38100">
              <a:solidFill>
                <a:srgbClr val="00446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CAC0A73E-268C-BC55-F76D-96872E3064F1}"/>
              </a:ext>
            </a:extLst>
          </p:cNvPr>
          <p:cNvSpPr/>
          <p:nvPr/>
        </p:nvSpPr>
        <p:spPr>
          <a:xfrm rot="10800000">
            <a:off x="-26419" y="1136473"/>
            <a:ext cx="4502919" cy="211955"/>
          </a:xfrm>
          <a:custGeom>
            <a:avLst/>
            <a:gdLst>
              <a:gd name="connsiteX0" fmla="*/ 1 w 4406468"/>
              <a:gd name="connsiteY0" fmla="*/ 0 h 211955"/>
              <a:gd name="connsiteX1" fmla="*/ 4406468 w 4406468"/>
              <a:gd name="connsiteY1" fmla="*/ 0 h 211955"/>
              <a:gd name="connsiteX2" fmla="*/ 4406468 w 4406468"/>
              <a:gd name="connsiteY2" fmla="*/ 211955 h 211955"/>
              <a:gd name="connsiteX3" fmla="*/ 0 w 4406468"/>
              <a:gd name="connsiteY3" fmla="*/ 211955 h 211955"/>
              <a:gd name="connsiteX4" fmla="*/ 23985 w 4406468"/>
              <a:gd name="connsiteY4" fmla="*/ 176380 h 211955"/>
              <a:gd name="connsiteX5" fmla="*/ 38199 w 4406468"/>
              <a:gd name="connsiteY5" fmla="*/ 105977 h 211955"/>
              <a:gd name="connsiteX6" fmla="*/ 23985 w 4406468"/>
              <a:gd name="connsiteY6" fmla="*/ 35574 h 211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6468" h="211955">
                <a:moveTo>
                  <a:pt x="1" y="0"/>
                </a:moveTo>
                <a:lnTo>
                  <a:pt x="4406468" y="0"/>
                </a:lnTo>
                <a:lnTo>
                  <a:pt x="4406468" y="211955"/>
                </a:lnTo>
                <a:lnTo>
                  <a:pt x="0" y="211955"/>
                </a:lnTo>
                <a:lnTo>
                  <a:pt x="23985" y="176380"/>
                </a:lnTo>
                <a:cubicBezTo>
                  <a:pt x="33138" y="154741"/>
                  <a:pt x="38199" y="130950"/>
                  <a:pt x="38199" y="105977"/>
                </a:cubicBezTo>
                <a:cubicBezTo>
                  <a:pt x="38199" y="81004"/>
                  <a:pt x="33138" y="57213"/>
                  <a:pt x="23985" y="35574"/>
                </a:cubicBezTo>
                <a:close/>
              </a:path>
            </a:pathLst>
          </a:custGeom>
          <a:solidFill>
            <a:srgbClr val="0044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6441D9-8F2F-3A15-4F29-ECCDFED5D0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15389" y="0"/>
            <a:ext cx="1161221" cy="1600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077324-B5BD-35A9-7931-A020ADBDB042}"/>
              </a:ext>
            </a:extLst>
          </p:cNvPr>
          <p:cNvSpPr txBox="1"/>
          <p:nvPr/>
        </p:nvSpPr>
        <p:spPr>
          <a:xfrm>
            <a:off x="1143002" y="3182793"/>
            <a:ext cx="99059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SA" sz="32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سُبْحَانَكَ اللَّهُمَّ وَبِحَمْدِكَ، أَشْهَدُ أَنْ لاَ إِلَهَ إِلاَّ أَنْتَ، أَسْتَغْفِرُكَ وَأَتُوبُ إِلَيْكَ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492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1003</Words>
  <Application>Microsoft Office PowerPoint</Application>
  <PresentationFormat>Widescreen</PresentationFormat>
  <Paragraphs>261</Paragraphs>
  <Slides>40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9" baseType="lpstr">
      <vt:lpstr>-apple-system</vt:lpstr>
      <vt:lpstr>Aptos</vt:lpstr>
      <vt:lpstr>Aptos Display</vt:lpstr>
      <vt:lpstr>Arial</vt:lpstr>
      <vt:lpstr>Biome</vt:lpstr>
      <vt:lpstr>Calibri</vt:lpstr>
      <vt:lpstr>Cascadia Code</vt:lpstr>
      <vt:lpstr>Gabriola</vt:lpstr>
      <vt:lpstr>Office Theme</vt:lpstr>
      <vt:lpstr>PowerPoint Presentation</vt:lpstr>
      <vt:lpstr>PowerPoint Presentation</vt:lpstr>
      <vt:lpstr>AGENDA</vt:lpstr>
      <vt:lpstr>Introduction</vt:lpstr>
      <vt:lpstr>WHAT</vt:lpstr>
      <vt:lpstr>HOW</vt:lpstr>
      <vt:lpstr>WHY</vt:lpstr>
      <vt:lpstr>TYPES</vt:lpstr>
      <vt:lpstr>Reflected XSS</vt:lpstr>
      <vt:lpstr>PowerPoint Presentation</vt:lpstr>
      <vt:lpstr>PowerPoint Presentation</vt:lpstr>
      <vt:lpstr>PowerPoint Presentation</vt:lpstr>
      <vt:lpstr>PowerPoint Presentation</vt:lpstr>
      <vt:lpstr>Stored XSS</vt:lpstr>
      <vt:lpstr>PowerPoint Presentation</vt:lpstr>
      <vt:lpstr>PowerPoint Presentation</vt:lpstr>
      <vt:lpstr>PowerPoint Presentation</vt:lpstr>
      <vt:lpstr>DOM XSS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Blind XSS</vt:lpstr>
      <vt:lpstr>PowerPoint Presentation</vt:lpstr>
      <vt:lpstr>PowerPoint Presentation</vt:lpstr>
      <vt:lpstr>PowerPoint Presentation</vt:lpstr>
      <vt:lpstr>Mitigation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السيد رضا السيد ياسين</dc:creator>
  <cp:lastModifiedBy>السيد رضا السيد ياسين</cp:lastModifiedBy>
  <cp:revision>19</cp:revision>
  <dcterms:created xsi:type="dcterms:W3CDTF">2026-02-22T21:00:14Z</dcterms:created>
  <dcterms:modified xsi:type="dcterms:W3CDTF">2026-02-24T01:38:47Z</dcterms:modified>
</cp:coreProperties>
</file>